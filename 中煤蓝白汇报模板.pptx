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9144000" cy="16256000"/>
  <p:embeddedFontLst>
    <p:embeddedFont>
      <p:font typeface="微软雅黑" panose="020B0503020204020204" pitchFamily="34" charset="-122"/>
      <p:regular r:id="rId15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4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62" d="100"/>
          <a:sy n="62" d="100"/>
        </p:scale>
        <p:origin x="667" y="53"/>
      </p:cViewPr>
      <p:guideLst>
        <p:guide orient="horz" pos="2864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准内容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1016000" y="641000"/>
            <a:ext cx="14848000" cy="21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sp>
        <p:nvSpPr>
          <p:cNvPr id="3" name="Bottom Rule"/>
          <p:cNvSpPr/>
          <p:nvPr/>
        </p:nvSpPr>
        <p:spPr>
          <a:xfrm>
            <a:off x="0" y="8809000"/>
            <a:ext cx="16256000" cy="335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pic>
        <p:nvPicPr>
          <p:cNvPr id="4" name="China Coal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70000" y="90000"/>
            <a:ext cx="580000" cy="58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流程步骤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1016000" y="641000"/>
            <a:ext cx="14848000" cy="21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sp>
        <p:nvSpPr>
          <p:cNvPr id="3" name="Bottom Rule"/>
          <p:cNvSpPr/>
          <p:nvPr/>
        </p:nvSpPr>
        <p:spPr>
          <a:xfrm>
            <a:off x="0" y="8809000"/>
            <a:ext cx="16256000" cy="335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pic>
        <p:nvPicPr>
          <p:cNvPr id="4" name="China Coal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70000" y="90000"/>
            <a:ext cx="580000" cy="58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942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图片展示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1016000" y="641000"/>
            <a:ext cx="14848000" cy="21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sp>
        <p:nvSpPr>
          <p:cNvPr id="3" name="Bottom Rule"/>
          <p:cNvSpPr/>
          <p:nvPr/>
        </p:nvSpPr>
        <p:spPr>
          <a:xfrm>
            <a:off x="0" y="8809000"/>
            <a:ext cx="16256000" cy="335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pic>
        <p:nvPicPr>
          <p:cNvPr id="4" name="China Coal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70000" y="90000"/>
            <a:ext cx="580000" cy="58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6258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卡片网格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1016000" y="641000"/>
            <a:ext cx="14848000" cy="21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sp>
        <p:nvSpPr>
          <p:cNvPr id="3" name="Bottom Rule"/>
          <p:cNvSpPr/>
          <p:nvPr/>
        </p:nvSpPr>
        <p:spPr>
          <a:xfrm>
            <a:off x="0" y="8809000"/>
            <a:ext cx="16256000" cy="335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pic>
        <p:nvPicPr>
          <p:cNvPr id="4" name="China Coal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70000" y="90000"/>
            <a:ext cx="580000" cy="58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788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时间轴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1016000" y="641000"/>
            <a:ext cx="14848000" cy="21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sp>
        <p:nvSpPr>
          <p:cNvPr id="3" name="Bottom Rule"/>
          <p:cNvSpPr/>
          <p:nvPr/>
        </p:nvSpPr>
        <p:spPr>
          <a:xfrm>
            <a:off x="0" y="8809000"/>
            <a:ext cx="16256000" cy="335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pic>
        <p:nvPicPr>
          <p:cNvPr id="4" name="China Coal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70000" y="90000"/>
            <a:ext cx="580000" cy="58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3243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表格数据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1016000" y="641000"/>
            <a:ext cx="14848000" cy="21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sp>
        <p:nvSpPr>
          <p:cNvPr id="3" name="Bottom Rule"/>
          <p:cNvSpPr/>
          <p:nvPr/>
        </p:nvSpPr>
        <p:spPr>
          <a:xfrm>
            <a:off x="0" y="8809000"/>
            <a:ext cx="16256000" cy="335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pic>
        <p:nvPicPr>
          <p:cNvPr id="4" name="China Coal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70000" y="90000"/>
            <a:ext cx="580000" cy="58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6282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数据指标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1016000" y="641000"/>
            <a:ext cx="14848000" cy="21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sp>
        <p:nvSpPr>
          <p:cNvPr id="3" name="Bottom Rule"/>
          <p:cNvSpPr/>
          <p:nvPr/>
        </p:nvSpPr>
        <p:spPr>
          <a:xfrm>
            <a:off x="0" y="8809000"/>
            <a:ext cx="16256000" cy="335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pic>
        <p:nvPicPr>
          <p:cNvPr id="4" name="China Coal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70000" y="90000"/>
            <a:ext cx="580000" cy="58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3852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双栏内容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1016000" y="641000"/>
            <a:ext cx="14848000" cy="21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sp>
        <p:nvSpPr>
          <p:cNvPr id="3" name="Bottom Rule"/>
          <p:cNvSpPr/>
          <p:nvPr/>
        </p:nvSpPr>
        <p:spPr>
          <a:xfrm>
            <a:off x="0" y="8809000"/>
            <a:ext cx="16256000" cy="335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pic>
        <p:nvPicPr>
          <p:cNvPr id="4" name="China Coal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70000" y="90000"/>
            <a:ext cx="580000" cy="58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053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标准标题内容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1016000" y="641000"/>
            <a:ext cx="14848000" cy="21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sp>
        <p:nvSpPr>
          <p:cNvPr id="3" name="Bottom Rule"/>
          <p:cNvSpPr/>
          <p:nvPr/>
        </p:nvSpPr>
        <p:spPr>
          <a:xfrm>
            <a:off x="0" y="8809000"/>
            <a:ext cx="16256000" cy="335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pic>
        <p:nvPicPr>
          <p:cNvPr id="4" name="China Coal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70000" y="90000"/>
            <a:ext cx="580000" cy="58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7333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汇报目录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1016000" y="641000"/>
            <a:ext cx="14848000" cy="21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sp>
        <p:nvSpPr>
          <p:cNvPr id="3" name="Bottom Rule"/>
          <p:cNvSpPr/>
          <p:nvPr/>
        </p:nvSpPr>
        <p:spPr>
          <a:xfrm>
            <a:off x="0" y="8809000"/>
            <a:ext cx="16256000" cy="335000"/>
          </a:xfrm>
          <a:prstGeom prst="rect">
            <a:avLst/>
          </a:prstGeom>
          <a:solidFill>
            <a:srgbClr val="007DC7"/>
          </a:solidFill>
          <a:ln>
            <a:noFill/>
          </a:ln>
        </p:spPr>
      </p:sp>
      <p:pic>
        <p:nvPicPr>
          <p:cNvPr id="4" name="China Coal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70000" y="90000"/>
            <a:ext cx="580000" cy="58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089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 / 章节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6667500"/>
                </a:moveTo>
                <a:cubicBezTo>
                  <a:pt x="1860000" y="6508750"/>
                  <a:pt x="3440000" y="6540500"/>
                  <a:pt x="5120000" y="6772250"/>
                </a:cubicBezTo>
                <a:cubicBezTo>
                  <a:pt x="7040000" y="7035750"/>
                  <a:pt x="8960000" y="7331000"/>
                  <a:pt x="10880000" y="7658000"/>
                </a:cubicBezTo>
                <a:cubicBezTo>
                  <a:pt x="12736000" y="8172500"/>
                  <a:pt x="14656000" y="7982000"/>
                  <a:pt x="16256000" y="728345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20AEE5"/>
          </a:solidFill>
          <a:ln>
            <a:noFill/>
          </a:ln>
        </p:spPr>
      </p:sp>
      <p:sp>
        <p:nvSpPr>
          <p:cNvPr id="3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7020000"/>
                </a:moveTo>
                <a:cubicBezTo>
                  <a:pt x="1700000" y="6900000"/>
                  <a:pt x="3600000" y="6960000"/>
                  <a:pt x="5450000" y="7220000"/>
                </a:cubicBezTo>
                <a:cubicBezTo>
                  <a:pt x="7650000" y="7550000"/>
                  <a:pt x="9700000" y="7850000"/>
                  <a:pt x="11800000" y="8100000"/>
                </a:cubicBezTo>
                <a:cubicBezTo>
                  <a:pt x="13800000" y="8240000"/>
                  <a:pt x="15100000" y="7930000"/>
                  <a:pt x="16256000" y="758000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009FE0"/>
          </a:solidFill>
          <a:ln>
            <a:noFill/>
          </a:ln>
        </p:spPr>
      </p:sp>
      <p:sp>
        <p:nvSpPr>
          <p:cNvPr id="4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7310000"/>
                </a:moveTo>
                <a:cubicBezTo>
                  <a:pt x="1850000" y="7160000"/>
                  <a:pt x="3850000" y="7220000"/>
                  <a:pt x="5850000" y="7470000"/>
                </a:cubicBezTo>
                <a:cubicBezTo>
                  <a:pt x="7900000" y="7820000"/>
                  <a:pt x="10100000" y="8160000"/>
                  <a:pt x="12300000" y="8380000"/>
                </a:cubicBezTo>
                <a:cubicBezTo>
                  <a:pt x="14400000" y="8320000"/>
                  <a:pt x="15400000" y="7950000"/>
                  <a:pt x="16256000" y="770000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008CD3"/>
          </a:solidFill>
          <a:ln>
            <a:noFill/>
          </a:ln>
        </p:spPr>
      </p:sp>
      <p:sp>
        <p:nvSpPr>
          <p:cNvPr id="5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7660000"/>
                </a:moveTo>
                <a:cubicBezTo>
                  <a:pt x="2050000" y="7460000"/>
                  <a:pt x="4200000" y="7510000"/>
                  <a:pt x="6500000" y="7770000"/>
                </a:cubicBezTo>
                <a:cubicBezTo>
                  <a:pt x="8800000" y="8130000"/>
                  <a:pt x="11100000" y="8450000"/>
                  <a:pt x="13400000" y="8590000"/>
                </a:cubicBezTo>
                <a:cubicBezTo>
                  <a:pt x="15000000" y="8400000"/>
                  <a:pt x="15700000" y="7950000"/>
                  <a:pt x="16256000" y="784000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007DC7"/>
          </a:solidFill>
          <a:ln>
            <a:noFill/>
          </a:ln>
        </p:spPr>
      </p:sp>
      <p:sp>
        <p:nvSpPr>
          <p:cNvPr id="6" name="Bottom Bar"/>
          <p:cNvSpPr/>
          <p:nvPr/>
        </p:nvSpPr>
        <p:spPr>
          <a:xfrm>
            <a:off x="0" y="8820000"/>
            <a:ext cx="16256000" cy="324000"/>
          </a:xfrm>
          <a:prstGeom prst="rect">
            <a:avLst/>
          </a:prstGeom>
          <a:solidFill>
            <a:srgbClr val="0075C2"/>
          </a:solidFill>
          <a:ln>
            <a:noFill/>
          </a:ln>
        </p:spPr>
      </p:sp>
      <p:pic>
        <p:nvPicPr>
          <p:cNvPr id="7" name="China Coal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4573000" y="660000"/>
            <a:ext cx="908000" cy="90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总结感谢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6667500"/>
                </a:moveTo>
                <a:cubicBezTo>
                  <a:pt x="1860000" y="6508750"/>
                  <a:pt x="3440000" y="6540500"/>
                  <a:pt x="5120000" y="6772250"/>
                </a:cubicBezTo>
                <a:cubicBezTo>
                  <a:pt x="7040000" y="7035750"/>
                  <a:pt x="8960000" y="7331000"/>
                  <a:pt x="10880000" y="7658000"/>
                </a:cubicBezTo>
                <a:cubicBezTo>
                  <a:pt x="12736000" y="8172500"/>
                  <a:pt x="14656000" y="7982000"/>
                  <a:pt x="16256000" y="728345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20AEE5"/>
          </a:solidFill>
          <a:ln>
            <a:noFill/>
          </a:ln>
        </p:spPr>
      </p:sp>
      <p:sp>
        <p:nvSpPr>
          <p:cNvPr id="3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7020000"/>
                </a:moveTo>
                <a:cubicBezTo>
                  <a:pt x="1700000" y="6900000"/>
                  <a:pt x="3600000" y="6960000"/>
                  <a:pt x="5450000" y="7220000"/>
                </a:cubicBezTo>
                <a:cubicBezTo>
                  <a:pt x="7650000" y="7550000"/>
                  <a:pt x="9700000" y="7850000"/>
                  <a:pt x="11800000" y="8100000"/>
                </a:cubicBezTo>
                <a:cubicBezTo>
                  <a:pt x="13800000" y="8240000"/>
                  <a:pt x="15100000" y="7930000"/>
                  <a:pt x="16256000" y="758000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009FE0"/>
          </a:solidFill>
          <a:ln>
            <a:noFill/>
          </a:ln>
        </p:spPr>
      </p:sp>
      <p:sp>
        <p:nvSpPr>
          <p:cNvPr id="4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7310000"/>
                </a:moveTo>
                <a:cubicBezTo>
                  <a:pt x="1850000" y="7160000"/>
                  <a:pt x="3850000" y="7220000"/>
                  <a:pt x="5850000" y="7470000"/>
                </a:cubicBezTo>
                <a:cubicBezTo>
                  <a:pt x="7900000" y="7820000"/>
                  <a:pt x="10100000" y="8160000"/>
                  <a:pt x="12300000" y="8380000"/>
                </a:cubicBezTo>
                <a:cubicBezTo>
                  <a:pt x="14400000" y="8320000"/>
                  <a:pt x="15400000" y="7950000"/>
                  <a:pt x="16256000" y="770000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008CD3"/>
          </a:solidFill>
          <a:ln>
            <a:noFill/>
          </a:ln>
        </p:spPr>
      </p:sp>
      <p:sp>
        <p:nvSpPr>
          <p:cNvPr id="5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7660000"/>
                </a:moveTo>
                <a:cubicBezTo>
                  <a:pt x="2050000" y="7460000"/>
                  <a:pt x="4200000" y="7510000"/>
                  <a:pt x="6500000" y="7770000"/>
                </a:cubicBezTo>
                <a:cubicBezTo>
                  <a:pt x="8800000" y="8130000"/>
                  <a:pt x="11100000" y="8450000"/>
                  <a:pt x="13400000" y="8590000"/>
                </a:cubicBezTo>
                <a:cubicBezTo>
                  <a:pt x="15000000" y="8400000"/>
                  <a:pt x="15700000" y="7950000"/>
                  <a:pt x="16256000" y="784000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007DC7"/>
          </a:solidFill>
          <a:ln>
            <a:noFill/>
          </a:ln>
        </p:spPr>
      </p:sp>
      <p:sp>
        <p:nvSpPr>
          <p:cNvPr id="6" name="Bottom Bar"/>
          <p:cNvSpPr/>
          <p:nvPr/>
        </p:nvSpPr>
        <p:spPr>
          <a:xfrm>
            <a:off x="0" y="8820000"/>
            <a:ext cx="16256000" cy="324000"/>
          </a:xfrm>
          <a:prstGeom prst="rect">
            <a:avLst/>
          </a:prstGeom>
          <a:solidFill>
            <a:srgbClr val="0075C2"/>
          </a:solidFill>
          <a:ln>
            <a:noFill/>
          </a:ln>
        </p:spPr>
      </p:sp>
      <p:pic>
        <p:nvPicPr>
          <p:cNvPr id="7" name="China Coal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4573000" y="660000"/>
            <a:ext cx="908000" cy="90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8276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章节分隔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6667500"/>
                </a:moveTo>
                <a:cubicBezTo>
                  <a:pt x="1860000" y="6508750"/>
                  <a:pt x="3440000" y="6540500"/>
                  <a:pt x="5120000" y="6772250"/>
                </a:cubicBezTo>
                <a:cubicBezTo>
                  <a:pt x="7040000" y="7035750"/>
                  <a:pt x="8960000" y="7331000"/>
                  <a:pt x="10880000" y="7658000"/>
                </a:cubicBezTo>
                <a:cubicBezTo>
                  <a:pt x="12736000" y="8172500"/>
                  <a:pt x="14656000" y="7982000"/>
                  <a:pt x="16256000" y="728345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20AEE5"/>
          </a:solidFill>
          <a:ln>
            <a:noFill/>
          </a:ln>
        </p:spPr>
      </p:sp>
      <p:sp>
        <p:nvSpPr>
          <p:cNvPr id="3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7020000"/>
                </a:moveTo>
                <a:cubicBezTo>
                  <a:pt x="1700000" y="6900000"/>
                  <a:pt x="3600000" y="6960000"/>
                  <a:pt x="5450000" y="7220000"/>
                </a:cubicBezTo>
                <a:cubicBezTo>
                  <a:pt x="7650000" y="7550000"/>
                  <a:pt x="9700000" y="7850000"/>
                  <a:pt x="11800000" y="8100000"/>
                </a:cubicBezTo>
                <a:cubicBezTo>
                  <a:pt x="13800000" y="8240000"/>
                  <a:pt x="15100000" y="7930000"/>
                  <a:pt x="16256000" y="758000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009FE0"/>
          </a:solidFill>
          <a:ln>
            <a:noFill/>
          </a:ln>
        </p:spPr>
      </p:sp>
      <p:sp>
        <p:nvSpPr>
          <p:cNvPr id="4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7310000"/>
                </a:moveTo>
                <a:cubicBezTo>
                  <a:pt x="1850000" y="7160000"/>
                  <a:pt x="3850000" y="7220000"/>
                  <a:pt x="5850000" y="7470000"/>
                </a:cubicBezTo>
                <a:cubicBezTo>
                  <a:pt x="7900000" y="7820000"/>
                  <a:pt x="10100000" y="8160000"/>
                  <a:pt x="12300000" y="8380000"/>
                </a:cubicBezTo>
                <a:cubicBezTo>
                  <a:pt x="14400000" y="8320000"/>
                  <a:pt x="15400000" y="7950000"/>
                  <a:pt x="16256000" y="770000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008CD3"/>
          </a:solidFill>
          <a:ln>
            <a:noFill/>
          </a:ln>
        </p:spPr>
      </p:sp>
      <p:sp>
        <p:nvSpPr>
          <p:cNvPr id="5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7660000"/>
                </a:moveTo>
                <a:cubicBezTo>
                  <a:pt x="2050000" y="7460000"/>
                  <a:pt x="4200000" y="7510000"/>
                  <a:pt x="6500000" y="7770000"/>
                </a:cubicBezTo>
                <a:cubicBezTo>
                  <a:pt x="8800000" y="8130000"/>
                  <a:pt x="11100000" y="8450000"/>
                  <a:pt x="13400000" y="8590000"/>
                </a:cubicBezTo>
                <a:cubicBezTo>
                  <a:pt x="15000000" y="8400000"/>
                  <a:pt x="15700000" y="7950000"/>
                  <a:pt x="16256000" y="784000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007DC7"/>
          </a:solidFill>
          <a:ln>
            <a:noFill/>
          </a:ln>
        </p:spPr>
      </p:sp>
      <p:sp>
        <p:nvSpPr>
          <p:cNvPr id="6" name="Bottom Bar"/>
          <p:cNvSpPr/>
          <p:nvPr/>
        </p:nvSpPr>
        <p:spPr>
          <a:xfrm>
            <a:off x="0" y="8820000"/>
            <a:ext cx="16256000" cy="324000"/>
          </a:xfrm>
          <a:prstGeom prst="rect">
            <a:avLst/>
          </a:prstGeom>
          <a:solidFill>
            <a:srgbClr val="0075C2"/>
          </a:solidFill>
          <a:ln>
            <a:noFill/>
          </a:ln>
        </p:spPr>
      </p:sp>
      <p:pic>
        <p:nvPicPr>
          <p:cNvPr id="7" name="China Coal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4573000" y="660000"/>
            <a:ext cx="908000" cy="90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4083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封面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6667500"/>
                </a:moveTo>
                <a:cubicBezTo>
                  <a:pt x="1860000" y="6508750"/>
                  <a:pt x="3440000" y="6540500"/>
                  <a:pt x="5120000" y="6772250"/>
                </a:cubicBezTo>
                <a:cubicBezTo>
                  <a:pt x="7040000" y="7035750"/>
                  <a:pt x="8960000" y="7331000"/>
                  <a:pt x="10880000" y="7658000"/>
                </a:cubicBezTo>
                <a:cubicBezTo>
                  <a:pt x="12736000" y="8172500"/>
                  <a:pt x="14656000" y="7982000"/>
                  <a:pt x="16256000" y="728345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20AEE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7020000"/>
                </a:moveTo>
                <a:cubicBezTo>
                  <a:pt x="1700000" y="6900000"/>
                  <a:pt x="3600000" y="6960000"/>
                  <a:pt x="5450000" y="7220000"/>
                </a:cubicBezTo>
                <a:cubicBezTo>
                  <a:pt x="7650000" y="7550000"/>
                  <a:pt x="9700000" y="7850000"/>
                  <a:pt x="11800000" y="8100000"/>
                </a:cubicBezTo>
                <a:cubicBezTo>
                  <a:pt x="13800000" y="8240000"/>
                  <a:pt x="15100000" y="7930000"/>
                  <a:pt x="16256000" y="758000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009FE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7310000"/>
                </a:moveTo>
                <a:cubicBezTo>
                  <a:pt x="1850000" y="7160000"/>
                  <a:pt x="3850000" y="7220000"/>
                  <a:pt x="5850000" y="7470000"/>
                </a:cubicBezTo>
                <a:cubicBezTo>
                  <a:pt x="7900000" y="7820000"/>
                  <a:pt x="10100000" y="8160000"/>
                  <a:pt x="12300000" y="8380000"/>
                </a:cubicBezTo>
                <a:cubicBezTo>
                  <a:pt x="14400000" y="8320000"/>
                  <a:pt x="15400000" y="7950000"/>
                  <a:pt x="16256000" y="770000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008CD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Original Wave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0" t="0" r="16256000" b="9144000"/>
            <a:pathLst>
              <a:path w="16256000" h="9144000">
                <a:moveTo>
                  <a:pt x="0" y="7660000"/>
                </a:moveTo>
                <a:cubicBezTo>
                  <a:pt x="2050000" y="7460000"/>
                  <a:pt x="4200000" y="7510000"/>
                  <a:pt x="6500000" y="7770000"/>
                </a:cubicBezTo>
                <a:cubicBezTo>
                  <a:pt x="8800000" y="8130000"/>
                  <a:pt x="11100000" y="8450000"/>
                  <a:pt x="13400000" y="8590000"/>
                </a:cubicBezTo>
                <a:cubicBezTo>
                  <a:pt x="15000000" y="8400000"/>
                  <a:pt x="15700000" y="7950000"/>
                  <a:pt x="16256000" y="7840000"/>
                </a:cubicBezTo>
                <a:lnTo>
                  <a:pt x="16256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007DC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Bottom Bar"/>
          <p:cNvSpPr/>
          <p:nvPr/>
        </p:nvSpPr>
        <p:spPr>
          <a:xfrm>
            <a:off x="0" y="8820000"/>
            <a:ext cx="16256000" cy="324000"/>
          </a:xfrm>
          <a:prstGeom prst="rect">
            <a:avLst/>
          </a:prstGeom>
          <a:solidFill>
            <a:srgbClr val="0075C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China Coal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4573000" y="660000"/>
            <a:ext cx="908000" cy="90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672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59" r:id="rId4"/>
    <p:sldLayoutId id="2147483658" r:id="rId5"/>
    <p:sldLayoutId id="2147483657" r:id="rId6"/>
    <p:sldLayoutId id="2147483656" r:id="rId7"/>
    <p:sldLayoutId id="2147483655" r:id="rId8"/>
    <p:sldLayoutId id="2147483654" r:id="rId9"/>
    <p:sldLayoutId id="2147483652" r:id="rId10"/>
    <p:sldLayoutId id="2147483650" r:id="rId11"/>
    <p:sldLayoutId id="2147483662" r:id="rId12"/>
    <p:sldLayoutId id="2147483653" r:id="rId13"/>
    <p:sldLayoutId id="2147483651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AF03E89-A66A-98C0-3500-ADCB899EF806}"/>
              </a:ext>
            </a:extLst>
          </p:cNvPr>
          <p:cNvSpPr txBox="1"/>
          <p:nvPr/>
        </p:nvSpPr>
        <p:spPr>
          <a:xfrm>
            <a:off x="1778000" y="3048000"/>
            <a:ext cx="12700000" cy="8309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5400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新煤电项目汇报材料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57730F-BA36-2003-D9DD-8AA23D1A033A}"/>
              </a:ext>
            </a:extLst>
          </p:cNvPr>
          <p:cNvSpPr txBox="1"/>
          <p:nvPr/>
        </p:nvSpPr>
        <p:spPr>
          <a:xfrm>
            <a:off x="4279900" y="4318000"/>
            <a:ext cx="7620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2200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中煤太仓能源开发有限公司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580028-80ED-C94C-EDBB-5AD9DA21261B}"/>
              </a:ext>
            </a:extLst>
          </p:cNvPr>
          <p:cNvSpPr txBox="1"/>
          <p:nvPr/>
        </p:nvSpPr>
        <p:spPr>
          <a:xfrm>
            <a:off x="4267200" y="5080000"/>
            <a:ext cx="762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20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汇报人 </a:t>
            </a:r>
            <a:r>
              <a:rPr lang="en-US" altLang="zh-CN" sz="20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0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部门 </a:t>
            </a:r>
            <a:r>
              <a:rPr lang="en-US" altLang="zh-CN" sz="20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0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日期</a:t>
            </a:r>
          </a:p>
        </p:txBody>
      </p:sp>
    </p:spTree>
    <p:extLst>
      <p:ext uri="{BB962C8B-B14F-4D97-AF65-F5344CB8AC3E}">
        <p14:creationId xmlns:p14="http://schemas.microsoft.com/office/powerpoint/2010/main" val="2848950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2D0B1E2-5622-AF97-A9F2-FBA0BF504402}"/>
              </a:ext>
            </a:extLst>
          </p:cNvPr>
          <p:cNvSpPr/>
          <p:nvPr/>
        </p:nvSpPr>
        <p:spPr>
          <a:xfrm>
            <a:off x="571500" y="1016000"/>
            <a:ext cx="38100" cy="482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42C33F-541E-A036-AD50-65D061FBEBBD}"/>
              </a:ext>
            </a:extLst>
          </p:cNvPr>
          <p:cNvSpPr txBox="1"/>
          <p:nvPr/>
        </p:nvSpPr>
        <p:spPr>
          <a:xfrm>
            <a:off x="762000" y="1016000"/>
            <a:ext cx="508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汇报提纲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772304-0F19-B828-B414-39054DC1D6D3}"/>
              </a:ext>
            </a:extLst>
          </p:cNvPr>
          <p:cNvSpPr txBox="1"/>
          <p:nvPr/>
        </p:nvSpPr>
        <p:spPr>
          <a:xfrm>
            <a:off x="990600" y="1816100"/>
            <a:ext cx="685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D0FEA95-1F66-11E3-47A0-0A80B308B46A}"/>
              </a:ext>
            </a:extLst>
          </p:cNvPr>
          <p:cNvCxnSpPr/>
          <p:nvPr/>
        </p:nvCxnSpPr>
        <p:spPr>
          <a:xfrm>
            <a:off x="1727200" y="2070100"/>
            <a:ext cx="482600" cy="0"/>
          </a:xfrm>
          <a:prstGeom prst="line">
            <a:avLst/>
          </a:prstGeom>
          <a:ln w="19050">
            <a:solidFill>
              <a:srgbClr val="007D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CA849F71-232A-3198-A996-DFB51375BF05}"/>
              </a:ext>
            </a:extLst>
          </p:cNvPr>
          <p:cNvSpPr txBox="1"/>
          <p:nvPr/>
        </p:nvSpPr>
        <p:spPr>
          <a:xfrm>
            <a:off x="2413000" y="1816100"/>
            <a:ext cx="965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项目概况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D23CC1-DE6C-01CE-3B78-7097B40A44E3}"/>
              </a:ext>
            </a:extLst>
          </p:cNvPr>
          <p:cNvSpPr txBox="1"/>
          <p:nvPr/>
        </p:nvSpPr>
        <p:spPr>
          <a:xfrm>
            <a:off x="990600" y="2514600"/>
            <a:ext cx="685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34B2C62-A9E5-C992-369E-631E39A3D629}"/>
              </a:ext>
            </a:extLst>
          </p:cNvPr>
          <p:cNvCxnSpPr/>
          <p:nvPr/>
        </p:nvCxnSpPr>
        <p:spPr>
          <a:xfrm>
            <a:off x="1727200" y="2768600"/>
            <a:ext cx="482600" cy="0"/>
          </a:xfrm>
          <a:prstGeom prst="line">
            <a:avLst/>
          </a:prstGeom>
          <a:ln w="19050">
            <a:solidFill>
              <a:srgbClr val="007D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EC8C073-92F8-FDE2-B854-A47929BBE94C}"/>
              </a:ext>
            </a:extLst>
          </p:cNvPr>
          <p:cNvSpPr txBox="1"/>
          <p:nvPr/>
        </p:nvSpPr>
        <p:spPr>
          <a:xfrm>
            <a:off x="2413000" y="2514600"/>
            <a:ext cx="965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尾工及缺陷整改情况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9E0089-A13D-2128-4869-8B5EB0C8DEB7}"/>
              </a:ext>
            </a:extLst>
          </p:cNvPr>
          <p:cNvSpPr txBox="1"/>
          <p:nvPr/>
        </p:nvSpPr>
        <p:spPr>
          <a:xfrm>
            <a:off x="990600" y="3213100"/>
            <a:ext cx="685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2E4054C-1BB6-1594-80DF-F5A784C389F1}"/>
              </a:ext>
            </a:extLst>
          </p:cNvPr>
          <p:cNvCxnSpPr/>
          <p:nvPr/>
        </p:nvCxnSpPr>
        <p:spPr>
          <a:xfrm>
            <a:off x="1727200" y="3467100"/>
            <a:ext cx="482600" cy="0"/>
          </a:xfrm>
          <a:prstGeom prst="line">
            <a:avLst/>
          </a:prstGeom>
          <a:ln w="19050">
            <a:solidFill>
              <a:srgbClr val="007D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0A404FA-777B-B5EC-3471-89C29832174B}"/>
              </a:ext>
            </a:extLst>
          </p:cNvPr>
          <p:cNvSpPr txBox="1"/>
          <p:nvPr/>
        </p:nvSpPr>
        <p:spPr>
          <a:xfrm>
            <a:off x="2413000" y="3213100"/>
            <a:ext cx="965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运行值达设计值情况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D770B1-1F0F-B1E1-18D3-4E0C01A65440}"/>
              </a:ext>
            </a:extLst>
          </p:cNvPr>
          <p:cNvSpPr txBox="1"/>
          <p:nvPr/>
        </p:nvSpPr>
        <p:spPr>
          <a:xfrm>
            <a:off x="990600" y="3911600"/>
            <a:ext cx="685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C97EFD6-D136-5D86-3493-BB85D1B81645}"/>
              </a:ext>
            </a:extLst>
          </p:cNvPr>
          <p:cNvCxnSpPr/>
          <p:nvPr/>
        </p:nvCxnSpPr>
        <p:spPr>
          <a:xfrm>
            <a:off x="1727200" y="4165600"/>
            <a:ext cx="482600" cy="0"/>
          </a:xfrm>
          <a:prstGeom prst="line">
            <a:avLst/>
          </a:prstGeom>
          <a:ln w="19050">
            <a:solidFill>
              <a:srgbClr val="007D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18FD433-081F-BE52-6EC0-CA8E2EF75A45}"/>
              </a:ext>
            </a:extLst>
          </p:cNvPr>
          <p:cNvSpPr txBox="1"/>
          <p:nvPr/>
        </p:nvSpPr>
        <p:spPr>
          <a:xfrm>
            <a:off x="2413000" y="3911600"/>
            <a:ext cx="965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智慧电厂建设情况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9A95D4-35DF-384E-BD04-1B2393D4D6A6}"/>
              </a:ext>
            </a:extLst>
          </p:cNvPr>
          <p:cNvSpPr txBox="1"/>
          <p:nvPr/>
        </p:nvSpPr>
        <p:spPr>
          <a:xfrm>
            <a:off x="990600" y="4610100"/>
            <a:ext cx="685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483CCAF-BCA8-6A88-9700-684CD06B9819}"/>
              </a:ext>
            </a:extLst>
          </p:cNvPr>
          <p:cNvCxnSpPr/>
          <p:nvPr/>
        </p:nvCxnSpPr>
        <p:spPr>
          <a:xfrm>
            <a:off x="1727200" y="4864100"/>
            <a:ext cx="482600" cy="0"/>
          </a:xfrm>
          <a:prstGeom prst="line">
            <a:avLst/>
          </a:prstGeom>
          <a:ln w="19050">
            <a:solidFill>
              <a:srgbClr val="007D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DE99058-6AFC-BA35-7194-A24B3F2779FB}"/>
              </a:ext>
            </a:extLst>
          </p:cNvPr>
          <p:cNvSpPr txBox="1"/>
          <p:nvPr/>
        </p:nvSpPr>
        <p:spPr>
          <a:xfrm>
            <a:off x="2413000" y="4610100"/>
            <a:ext cx="965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专项验收办理情况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B7801C-AB6F-E3BA-CF85-8E94B49FE671}"/>
              </a:ext>
            </a:extLst>
          </p:cNvPr>
          <p:cNvSpPr txBox="1"/>
          <p:nvPr/>
        </p:nvSpPr>
        <p:spPr>
          <a:xfrm>
            <a:off x="990600" y="5308600"/>
            <a:ext cx="685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28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DCFFE7A-B8FF-8ED0-0924-954A2B8D0348}"/>
              </a:ext>
            </a:extLst>
          </p:cNvPr>
          <p:cNvCxnSpPr/>
          <p:nvPr/>
        </p:nvCxnSpPr>
        <p:spPr>
          <a:xfrm>
            <a:off x="1727200" y="5562600"/>
            <a:ext cx="482600" cy="0"/>
          </a:xfrm>
          <a:prstGeom prst="line">
            <a:avLst/>
          </a:prstGeom>
          <a:ln w="19050">
            <a:solidFill>
              <a:srgbClr val="007D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2ABCCBA2-5C93-B6F6-0A9D-54B09BB035FB}"/>
              </a:ext>
            </a:extLst>
          </p:cNvPr>
          <p:cNvSpPr txBox="1"/>
          <p:nvPr/>
        </p:nvSpPr>
        <p:spPr>
          <a:xfrm>
            <a:off x="2413000" y="5308600"/>
            <a:ext cx="965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工程结算及决算计划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57E7E60-F8BB-8402-E675-5EF0CA7CCBEF}"/>
              </a:ext>
            </a:extLst>
          </p:cNvPr>
          <p:cNvSpPr txBox="1"/>
          <p:nvPr/>
        </p:nvSpPr>
        <p:spPr>
          <a:xfrm>
            <a:off x="990600" y="6007100"/>
            <a:ext cx="685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28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5CF8715-6381-5E2B-1373-35EC23935E05}"/>
              </a:ext>
            </a:extLst>
          </p:cNvPr>
          <p:cNvCxnSpPr/>
          <p:nvPr/>
        </p:nvCxnSpPr>
        <p:spPr>
          <a:xfrm>
            <a:off x="1727200" y="6261100"/>
            <a:ext cx="482600" cy="0"/>
          </a:xfrm>
          <a:prstGeom prst="line">
            <a:avLst/>
          </a:prstGeom>
          <a:ln w="19050">
            <a:solidFill>
              <a:srgbClr val="007D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DB804C44-EB11-CC3C-8C90-72B72F1B6255}"/>
              </a:ext>
            </a:extLst>
          </p:cNvPr>
          <p:cNvSpPr txBox="1"/>
          <p:nvPr/>
        </p:nvSpPr>
        <p:spPr>
          <a:xfrm>
            <a:off x="2413000" y="6007100"/>
            <a:ext cx="965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财务决算计划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690B865-224E-BD29-F438-DD48476D0801}"/>
              </a:ext>
            </a:extLst>
          </p:cNvPr>
          <p:cNvSpPr txBox="1"/>
          <p:nvPr/>
        </p:nvSpPr>
        <p:spPr>
          <a:xfrm>
            <a:off x="990600" y="6705600"/>
            <a:ext cx="685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28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485051F-6117-A125-331F-0050FCE1098C}"/>
              </a:ext>
            </a:extLst>
          </p:cNvPr>
          <p:cNvCxnSpPr/>
          <p:nvPr/>
        </p:nvCxnSpPr>
        <p:spPr>
          <a:xfrm>
            <a:off x="1727200" y="6959600"/>
            <a:ext cx="482600" cy="0"/>
          </a:xfrm>
          <a:prstGeom prst="line">
            <a:avLst/>
          </a:prstGeom>
          <a:ln w="19050">
            <a:solidFill>
              <a:srgbClr val="007D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98BA773-CAF9-10F4-434F-9DF1A4380EC4}"/>
              </a:ext>
            </a:extLst>
          </p:cNvPr>
          <p:cNvSpPr txBox="1"/>
          <p:nvPr/>
        </p:nvSpPr>
        <p:spPr>
          <a:xfrm>
            <a:off x="2413000" y="6705600"/>
            <a:ext cx="965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竣工验收计划</a:t>
            </a:r>
          </a:p>
        </p:txBody>
      </p:sp>
    </p:spTree>
    <p:extLst>
      <p:ext uri="{BB962C8B-B14F-4D97-AF65-F5344CB8AC3E}">
        <p14:creationId xmlns:p14="http://schemas.microsoft.com/office/powerpoint/2010/main" val="1150930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35AD58B-4ACE-351D-AE8F-99EEE8A2D809}"/>
              </a:ext>
            </a:extLst>
          </p:cNvPr>
          <p:cNvSpPr txBox="1"/>
          <p:nvPr/>
        </p:nvSpPr>
        <p:spPr>
          <a:xfrm>
            <a:off x="0" y="2540000"/>
            <a:ext cx="16256000" cy="8617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56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56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4FD90E-3843-4DAF-608C-0BA5ACEF85C0}"/>
              </a:ext>
            </a:extLst>
          </p:cNvPr>
          <p:cNvSpPr txBox="1"/>
          <p:nvPr/>
        </p:nvSpPr>
        <p:spPr>
          <a:xfrm>
            <a:off x="0" y="3683000"/>
            <a:ext cx="162560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4000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章节标题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291761F-37CC-DE2C-D654-CEB37C0D9133}"/>
              </a:ext>
            </a:extLst>
          </p:cNvPr>
          <p:cNvSpPr txBox="1"/>
          <p:nvPr/>
        </p:nvSpPr>
        <p:spPr>
          <a:xfrm>
            <a:off x="0" y="4572000"/>
            <a:ext cx="1625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2200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章节说明文字 </a:t>
            </a:r>
            <a:r>
              <a:rPr lang="en-US" altLang="zh-CN" sz="2200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200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关键主题</a:t>
            </a:r>
          </a:p>
        </p:txBody>
      </p:sp>
    </p:spTree>
    <p:extLst>
      <p:ext uri="{BB962C8B-B14F-4D97-AF65-F5344CB8AC3E}">
        <p14:creationId xmlns:p14="http://schemas.microsoft.com/office/powerpoint/2010/main" val="227535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0CE2B5C-C7D1-D942-55F2-C9780A26E03A}"/>
              </a:ext>
            </a:extLst>
          </p:cNvPr>
          <p:cNvSpPr/>
          <p:nvPr/>
        </p:nvSpPr>
        <p:spPr>
          <a:xfrm>
            <a:off x="660400" y="914400"/>
            <a:ext cx="38100" cy="482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9FFB87-A41A-FA9E-E727-BDB7C4D3097C}"/>
              </a:ext>
            </a:extLst>
          </p:cNvPr>
          <p:cNvSpPr txBox="1"/>
          <p:nvPr/>
        </p:nvSpPr>
        <p:spPr>
          <a:xfrm>
            <a:off x="838200" y="889000"/>
            <a:ext cx="1397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标准标题内容页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7055E9-327C-1E99-93EB-F52FD73BFBE5}"/>
              </a:ext>
            </a:extLst>
          </p:cNvPr>
          <p:cNvSpPr/>
          <p:nvPr/>
        </p:nvSpPr>
        <p:spPr>
          <a:xfrm>
            <a:off x="1016000" y="2019300"/>
            <a:ext cx="228600" cy="228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6FB452-DD79-7ED7-B547-6B9D9B885462}"/>
              </a:ext>
            </a:extLst>
          </p:cNvPr>
          <p:cNvSpPr txBox="1"/>
          <p:nvPr/>
        </p:nvSpPr>
        <p:spPr>
          <a:xfrm>
            <a:off x="1460500" y="1917700"/>
            <a:ext cx="3556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要点标题 </a:t>
            </a:r>
            <a:r>
              <a:rPr lang="en-US" altLang="zh-CN" sz="20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676E32-463E-FEE9-74CC-B0588B06B388}"/>
              </a:ext>
            </a:extLst>
          </p:cNvPr>
          <p:cNvSpPr txBox="1"/>
          <p:nvPr/>
        </p:nvSpPr>
        <p:spPr>
          <a:xfrm>
            <a:off x="1460500" y="2400300"/>
            <a:ext cx="1244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这里放置一段汇报正文，保持短句、分层和可扫描性。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A8EF95-B28C-C9AE-5EDA-D28498B4FAFB}"/>
              </a:ext>
            </a:extLst>
          </p:cNvPr>
          <p:cNvSpPr/>
          <p:nvPr/>
        </p:nvSpPr>
        <p:spPr>
          <a:xfrm>
            <a:off x="1016000" y="3543300"/>
            <a:ext cx="228600" cy="228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18B6FC-CB04-138C-564E-1F03D87A8EE5}"/>
              </a:ext>
            </a:extLst>
          </p:cNvPr>
          <p:cNvSpPr txBox="1"/>
          <p:nvPr/>
        </p:nvSpPr>
        <p:spPr>
          <a:xfrm>
            <a:off x="1460500" y="3441700"/>
            <a:ext cx="3556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要点标题 </a:t>
            </a:r>
            <a:r>
              <a:rPr lang="en-US" altLang="zh-CN" sz="20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935B0A-117C-4FA0-36DD-A44D0FCF1E35}"/>
              </a:ext>
            </a:extLst>
          </p:cNvPr>
          <p:cNvSpPr txBox="1"/>
          <p:nvPr/>
        </p:nvSpPr>
        <p:spPr>
          <a:xfrm>
            <a:off x="1460500" y="3924300"/>
            <a:ext cx="1244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这里放置一段汇报正文，保持短句、分层和可扫描性。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FEFC524-5F8F-4C29-40D4-0A08EB58D09D}"/>
              </a:ext>
            </a:extLst>
          </p:cNvPr>
          <p:cNvSpPr/>
          <p:nvPr/>
        </p:nvSpPr>
        <p:spPr>
          <a:xfrm>
            <a:off x="1016000" y="5067300"/>
            <a:ext cx="228600" cy="228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AF2324-11EB-FEB6-A9EF-3A9E4B514082}"/>
              </a:ext>
            </a:extLst>
          </p:cNvPr>
          <p:cNvSpPr txBox="1"/>
          <p:nvPr/>
        </p:nvSpPr>
        <p:spPr>
          <a:xfrm>
            <a:off x="1460500" y="4965700"/>
            <a:ext cx="3556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要点标题 </a:t>
            </a:r>
            <a:r>
              <a:rPr lang="en-US" altLang="zh-CN" sz="20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F1BA05-A55A-DDC6-1BA2-3404D3E439C6}"/>
              </a:ext>
            </a:extLst>
          </p:cNvPr>
          <p:cNvSpPr txBox="1"/>
          <p:nvPr/>
        </p:nvSpPr>
        <p:spPr>
          <a:xfrm>
            <a:off x="1460500" y="5448300"/>
            <a:ext cx="1244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这里放置一段汇报正文，保持短句、分层和可扫描性。</a:t>
            </a:r>
          </a:p>
        </p:txBody>
      </p:sp>
    </p:spTree>
    <p:extLst>
      <p:ext uri="{BB962C8B-B14F-4D97-AF65-F5344CB8AC3E}">
        <p14:creationId xmlns:p14="http://schemas.microsoft.com/office/powerpoint/2010/main" val="122388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47F5DFE-2E8A-76EF-C89D-2E422D50FBFD}"/>
              </a:ext>
            </a:extLst>
          </p:cNvPr>
          <p:cNvSpPr/>
          <p:nvPr/>
        </p:nvSpPr>
        <p:spPr>
          <a:xfrm>
            <a:off x="660400" y="914400"/>
            <a:ext cx="38100" cy="482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54D5C2-0EB4-73C9-0502-7190C48DEDF2}"/>
              </a:ext>
            </a:extLst>
          </p:cNvPr>
          <p:cNvSpPr txBox="1"/>
          <p:nvPr/>
        </p:nvSpPr>
        <p:spPr>
          <a:xfrm>
            <a:off x="838200" y="889000"/>
            <a:ext cx="1397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双栏内容页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29195A-1F4B-9B25-4952-5DAC048AC05D}"/>
              </a:ext>
            </a:extLst>
          </p:cNvPr>
          <p:cNvSpPr/>
          <p:nvPr/>
        </p:nvSpPr>
        <p:spPr>
          <a:xfrm>
            <a:off x="1016000" y="1905000"/>
            <a:ext cx="6604000" cy="4572000"/>
          </a:xfrm>
          <a:prstGeom prst="rect">
            <a:avLst/>
          </a:prstGeom>
          <a:solidFill>
            <a:srgbClr val="F3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35A451-EF09-5915-7E5A-349FD2C3763D}"/>
              </a:ext>
            </a:extLst>
          </p:cNvPr>
          <p:cNvSpPr/>
          <p:nvPr/>
        </p:nvSpPr>
        <p:spPr>
          <a:xfrm>
            <a:off x="8636000" y="1905000"/>
            <a:ext cx="6604000" cy="4572000"/>
          </a:xfrm>
          <a:prstGeom prst="rect">
            <a:avLst/>
          </a:prstGeom>
          <a:solidFill>
            <a:srgbClr val="F3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1BE6B7-9E32-A476-5555-678CA3458517}"/>
              </a:ext>
            </a:extLst>
          </p:cNvPr>
          <p:cNvSpPr txBox="1"/>
          <p:nvPr/>
        </p:nvSpPr>
        <p:spPr>
          <a:xfrm>
            <a:off x="1397000" y="2286000"/>
            <a:ext cx="330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左侧主题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D3E288-2990-6484-FE88-6A48CCE7BE8A}"/>
              </a:ext>
            </a:extLst>
          </p:cNvPr>
          <p:cNvSpPr txBox="1"/>
          <p:nvPr/>
        </p:nvSpPr>
        <p:spPr>
          <a:xfrm>
            <a:off x="1397000" y="2946400"/>
            <a:ext cx="5461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用于放置背景、问题、建设内容或文字说明。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511193-9E0B-A42C-2436-1489654A64F3}"/>
              </a:ext>
            </a:extLst>
          </p:cNvPr>
          <p:cNvSpPr txBox="1"/>
          <p:nvPr/>
        </p:nvSpPr>
        <p:spPr>
          <a:xfrm>
            <a:off x="9017000" y="2286000"/>
            <a:ext cx="330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E46C1A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右侧主题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113E27-1EC4-FCC2-E507-E3EED27E6696}"/>
              </a:ext>
            </a:extLst>
          </p:cNvPr>
          <p:cNvSpPr txBox="1"/>
          <p:nvPr/>
        </p:nvSpPr>
        <p:spPr>
          <a:xfrm>
            <a:off x="9017000" y="2946400"/>
            <a:ext cx="5461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用于放置成果、措施、风险或对比结论。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1C06F0A-AE75-E4BB-C5A6-7D4C31997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3484605"/>
            <a:ext cx="5053914" cy="265670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112AA43-D4E9-F3AF-1F72-401211399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00" y="3484605"/>
            <a:ext cx="6083300" cy="265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75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492DC06-7DA4-D72D-3A2F-A8D9E581BA20}"/>
              </a:ext>
            </a:extLst>
          </p:cNvPr>
          <p:cNvSpPr/>
          <p:nvPr/>
        </p:nvSpPr>
        <p:spPr>
          <a:xfrm>
            <a:off x="660400" y="914400"/>
            <a:ext cx="38100" cy="482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505768-F232-7FB2-C37C-0020C80BC3B6}"/>
              </a:ext>
            </a:extLst>
          </p:cNvPr>
          <p:cNvSpPr txBox="1"/>
          <p:nvPr/>
        </p:nvSpPr>
        <p:spPr>
          <a:xfrm>
            <a:off x="838200" y="889000"/>
            <a:ext cx="1397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数据指标页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00CE38-1AC3-B0B9-40BC-FD4C97C12731}"/>
              </a:ext>
            </a:extLst>
          </p:cNvPr>
          <p:cNvSpPr txBox="1"/>
          <p:nvPr/>
        </p:nvSpPr>
        <p:spPr>
          <a:xfrm>
            <a:off x="1016000" y="1905000"/>
            <a:ext cx="3175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E46C1A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2×100</a:t>
            </a:r>
            <a:endParaRPr lang="zh-CN" altLang="en-US" sz="3200" b="1">
              <a:solidFill>
                <a:srgbClr val="E46C1A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3585730-8E92-5F0F-69B5-E25DFB9F96C9}"/>
              </a:ext>
            </a:extLst>
          </p:cNvPr>
          <p:cNvCxnSpPr/>
          <p:nvPr/>
        </p:nvCxnSpPr>
        <p:spPr>
          <a:xfrm>
            <a:off x="1397000" y="2895600"/>
            <a:ext cx="2413000" cy="0"/>
          </a:xfrm>
          <a:prstGeom prst="line">
            <a:avLst/>
          </a:prstGeom>
          <a:ln w="12700">
            <a:solidFill>
              <a:srgbClr val="D9E3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61A1862-4B59-84E6-3002-87A9359E7D6D}"/>
              </a:ext>
            </a:extLst>
          </p:cNvPr>
          <p:cNvSpPr txBox="1"/>
          <p:nvPr/>
        </p:nvSpPr>
        <p:spPr>
          <a:xfrm>
            <a:off x="1016000" y="3124200"/>
            <a:ext cx="317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万千瓦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5A63C1-588D-7BC9-F70A-B3C35BFFDE9D}"/>
              </a:ext>
            </a:extLst>
          </p:cNvPr>
          <p:cNvSpPr txBox="1"/>
          <p:nvPr/>
        </p:nvSpPr>
        <p:spPr>
          <a:xfrm>
            <a:off x="4826000" y="1905000"/>
            <a:ext cx="3175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E46C1A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21.54</a:t>
            </a:r>
            <a:endParaRPr lang="zh-CN" altLang="en-US" sz="3200" b="1">
              <a:solidFill>
                <a:srgbClr val="E46C1A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0133823-51FC-CA6B-B7C7-4661C8E036FE}"/>
              </a:ext>
            </a:extLst>
          </p:cNvPr>
          <p:cNvCxnSpPr/>
          <p:nvPr/>
        </p:nvCxnSpPr>
        <p:spPr>
          <a:xfrm>
            <a:off x="5207000" y="2895600"/>
            <a:ext cx="2413000" cy="0"/>
          </a:xfrm>
          <a:prstGeom prst="line">
            <a:avLst/>
          </a:prstGeom>
          <a:ln w="12700">
            <a:solidFill>
              <a:srgbClr val="D9E3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302B76C-658E-3787-D429-B941DA0B2F6E}"/>
              </a:ext>
            </a:extLst>
          </p:cNvPr>
          <p:cNvSpPr txBox="1"/>
          <p:nvPr/>
        </p:nvSpPr>
        <p:spPr>
          <a:xfrm>
            <a:off x="4826000" y="3124200"/>
            <a:ext cx="317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亿千瓦时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C786E4-7E38-B72A-0BDE-3AD1ACE3C088}"/>
              </a:ext>
            </a:extLst>
          </p:cNvPr>
          <p:cNvSpPr txBox="1"/>
          <p:nvPr/>
        </p:nvSpPr>
        <p:spPr>
          <a:xfrm>
            <a:off x="8636000" y="1905000"/>
            <a:ext cx="3175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E46C1A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46.13</a:t>
            </a:r>
            <a:endParaRPr lang="zh-CN" altLang="en-US" sz="3200" b="1">
              <a:solidFill>
                <a:srgbClr val="E46C1A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79D483C-D4D0-FA40-0686-BD6C8AD540B9}"/>
              </a:ext>
            </a:extLst>
          </p:cNvPr>
          <p:cNvCxnSpPr/>
          <p:nvPr/>
        </p:nvCxnSpPr>
        <p:spPr>
          <a:xfrm>
            <a:off x="9017000" y="2895600"/>
            <a:ext cx="2413000" cy="0"/>
          </a:xfrm>
          <a:prstGeom prst="line">
            <a:avLst/>
          </a:prstGeom>
          <a:ln w="12700">
            <a:solidFill>
              <a:srgbClr val="D9E3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E29DF05-3DCA-5964-0D10-2ABBD82AE762}"/>
              </a:ext>
            </a:extLst>
          </p:cNvPr>
          <p:cNvSpPr txBox="1"/>
          <p:nvPr/>
        </p:nvSpPr>
        <p:spPr>
          <a:xfrm>
            <a:off x="8636000" y="3124200"/>
            <a:ext cx="317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亿千瓦时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B495BF7-2DD9-B776-C3D4-F02B687E60AD}"/>
              </a:ext>
            </a:extLst>
          </p:cNvPr>
          <p:cNvSpPr txBox="1"/>
          <p:nvPr/>
        </p:nvSpPr>
        <p:spPr>
          <a:xfrm>
            <a:off x="12446000" y="1905000"/>
            <a:ext cx="3175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E46C1A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2025.12.2</a:t>
            </a:r>
            <a:endParaRPr lang="zh-CN" altLang="en-US" sz="3200" b="1">
              <a:solidFill>
                <a:srgbClr val="E46C1A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CFD39E7-11DD-249B-6DF7-C4E219C7F81A}"/>
              </a:ext>
            </a:extLst>
          </p:cNvPr>
          <p:cNvCxnSpPr/>
          <p:nvPr/>
        </p:nvCxnSpPr>
        <p:spPr>
          <a:xfrm>
            <a:off x="12827000" y="2895600"/>
            <a:ext cx="2413000" cy="0"/>
          </a:xfrm>
          <a:prstGeom prst="line">
            <a:avLst/>
          </a:prstGeom>
          <a:ln w="12700">
            <a:solidFill>
              <a:srgbClr val="D9E3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0CE595B-5D02-340B-629F-2AB919CA7E51}"/>
              </a:ext>
            </a:extLst>
          </p:cNvPr>
          <p:cNvSpPr txBox="1"/>
          <p:nvPr/>
        </p:nvSpPr>
        <p:spPr>
          <a:xfrm>
            <a:off x="12446000" y="3124200"/>
            <a:ext cx="317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关键节点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991EC9-6020-A834-502C-912DD8788441}"/>
              </a:ext>
            </a:extLst>
          </p:cNvPr>
          <p:cNvSpPr/>
          <p:nvPr/>
        </p:nvSpPr>
        <p:spPr>
          <a:xfrm>
            <a:off x="1016000" y="4445000"/>
            <a:ext cx="14224000" cy="1905000"/>
          </a:xfrm>
          <a:prstGeom prst="rect">
            <a:avLst/>
          </a:prstGeom>
          <a:solidFill>
            <a:srgbClr val="F3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AAF453D-7D36-189C-5F09-4AA0A1E46C34}"/>
              </a:ext>
            </a:extLst>
          </p:cNvPr>
          <p:cNvSpPr txBox="1"/>
          <p:nvPr/>
        </p:nvSpPr>
        <p:spPr>
          <a:xfrm>
            <a:off x="1524000" y="5105400"/>
            <a:ext cx="1320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关键结论区：用一句话承接数据，突出经营成果和管理价值。</a:t>
            </a:r>
          </a:p>
        </p:txBody>
      </p:sp>
    </p:spTree>
    <p:extLst>
      <p:ext uri="{BB962C8B-B14F-4D97-AF65-F5344CB8AC3E}">
        <p14:creationId xmlns:p14="http://schemas.microsoft.com/office/powerpoint/2010/main" val="1617015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C73500-0AE8-FD00-4A35-DE54A4D086C3}"/>
              </a:ext>
            </a:extLst>
          </p:cNvPr>
          <p:cNvSpPr/>
          <p:nvPr/>
        </p:nvSpPr>
        <p:spPr>
          <a:xfrm>
            <a:off x="660400" y="914400"/>
            <a:ext cx="38100" cy="482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6C85AF-E7FA-1060-C969-BC54796A1538}"/>
              </a:ext>
            </a:extLst>
          </p:cNvPr>
          <p:cNvSpPr txBox="1"/>
          <p:nvPr/>
        </p:nvSpPr>
        <p:spPr>
          <a:xfrm>
            <a:off x="838200" y="889000"/>
            <a:ext cx="1397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表格数据页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CE86CA-1205-1D27-B337-8A71D40FE6E6}"/>
              </a:ext>
            </a:extLst>
          </p:cNvPr>
          <p:cNvSpPr/>
          <p:nvPr/>
        </p:nvSpPr>
        <p:spPr>
          <a:xfrm>
            <a:off x="1016000" y="1905000"/>
            <a:ext cx="2032000" cy="558800"/>
          </a:xfrm>
          <a:prstGeom prst="rect">
            <a:avLst/>
          </a:prstGeom>
          <a:solidFill>
            <a:srgbClr val="007DC7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3724DA-99C2-16D2-DF63-6FFD4429BCC1}"/>
              </a:ext>
            </a:extLst>
          </p:cNvPr>
          <p:cNvSpPr txBox="1"/>
          <p:nvPr/>
        </p:nvSpPr>
        <p:spPr>
          <a:xfrm>
            <a:off x="1092200" y="20574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序号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3A077F-7DBB-CFC8-8661-4AAB751B0F0E}"/>
              </a:ext>
            </a:extLst>
          </p:cNvPr>
          <p:cNvSpPr/>
          <p:nvPr/>
        </p:nvSpPr>
        <p:spPr>
          <a:xfrm>
            <a:off x="3048000" y="1905000"/>
            <a:ext cx="2032000" cy="558800"/>
          </a:xfrm>
          <a:prstGeom prst="rect">
            <a:avLst/>
          </a:prstGeom>
          <a:solidFill>
            <a:srgbClr val="007DC7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C9B3FF-1A82-4322-6B0D-6D867F791455}"/>
              </a:ext>
            </a:extLst>
          </p:cNvPr>
          <p:cNvSpPr txBox="1"/>
          <p:nvPr/>
        </p:nvSpPr>
        <p:spPr>
          <a:xfrm>
            <a:off x="3124200" y="20574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名称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F2CFA6-93C8-B314-8E64-6CFA0E388B79}"/>
              </a:ext>
            </a:extLst>
          </p:cNvPr>
          <p:cNvSpPr/>
          <p:nvPr/>
        </p:nvSpPr>
        <p:spPr>
          <a:xfrm>
            <a:off x="5080000" y="1905000"/>
            <a:ext cx="2032000" cy="558800"/>
          </a:xfrm>
          <a:prstGeom prst="rect">
            <a:avLst/>
          </a:prstGeom>
          <a:solidFill>
            <a:srgbClr val="007DC7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A20563-0951-2A0B-6177-35F50C440AB0}"/>
              </a:ext>
            </a:extLst>
          </p:cNvPr>
          <p:cNvSpPr txBox="1"/>
          <p:nvPr/>
        </p:nvSpPr>
        <p:spPr>
          <a:xfrm>
            <a:off x="5156200" y="20574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单位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988DFE-3EBC-B975-94F7-9B8680205CD3}"/>
              </a:ext>
            </a:extLst>
          </p:cNvPr>
          <p:cNvSpPr/>
          <p:nvPr/>
        </p:nvSpPr>
        <p:spPr>
          <a:xfrm>
            <a:off x="7112000" y="1905000"/>
            <a:ext cx="2032000" cy="558800"/>
          </a:xfrm>
          <a:prstGeom prst="rect">
            <a:avLst/>
          </a:prstGeom>
          <a:solidFill>
            <a:srgbClr val="007DC7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91C23A-7405-92E7-ACE7-38229015C914}"/>
              </a:ext>
            </a:extLst>
          </p:cNvPr>
          <p:cNvSpPr txBox="1"/>
          <p:nvPr/>
        </p:nvSpPr>
        <p:spPr>
          <a:xfrm>
            <a:off x="7188200" y="20574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设计值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EB4B3E-4504-8688-AB88-9D2697AE91E9}"/>
              </a:ext>
            </a:extLst>
          </p:cNvPr>
          <p:cNvSpPr/>
          <p:nvPr/>
        </p:nvSpPr>
        <p:spPr>
          <a:xfrm>
            <a:off x="9144000" y="1905000"/>
            <a:ext cx="2032000" cy="558800"/>
          </a:xfrm>
          <a:prstGeom prst="rect">
            <a:avLst/>
          </a:prstGeom>
          <a:solidFill>
            <a:srgbClr val="007DC7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B32AE5-989F-DEB7-F7E1-9FBF44C0C01A}"/>
              </a:ext>
            </a:extLst>
          </p:cNvPr>
          <p:cNvSpPr txBox="1"/>
          <p:nvPr/>
        </p:nvSpPr>
        <p:spPr>
          <a:xfrm>
            <a:off x="9220200" y="20574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#5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机组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80D1AD-6116-EF10-565F-34AD5C23C188}"/>
              </a:ext>
            </a:extLst>
          </p:cNvPr>
          <p:cNvSpPr/>
          <p:nvPr/>
        </p:nvSpPr>
        <p:spPr>
          <a:xfrm>
            <a:off x="11176000" y="1905000"/>
            <a:ext cx="2032000" cy="558800"/>
          </a:xfrm>
          <a:prstGeom prst="rect">
            <a:avLst/>
          </a:prstGeom>
          <a:solidFill>
            <a:srgbClr val="007DC7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FB8457-9724-1F84-7884-B2FEEC5055D6}"/>
              </a:ext>
            </a:extLst>
          </p:cNvPr>
          <p:cNvSpPr txBox="1"/>
          <p:nvPr/>
        </p:nvSpPr>
        <p:spPr>
          <a:xfrm>
            <a:off x="11252200" y="20574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#6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机组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30E6B5-F332-0B6F-2AC0-BF413BFB0FBD}"/>
              </a:ext>
            </a:extLst>
          </p:cNvPr>
          <p:cNvSpPr/>
          <p:nvPr/>
        </p:nvSpPr>
        <p:spPr>
          <a:xfrm>
            <a:off x="13208000" y="1905000"/>
            <a:ext cx="2032000" cy="558800"/>
          </a:xfrm>
          <a:prstGeom prst="rect">
            <a:avLst/>
          </a:prstGeom>
          <a:solidFill>
            <a:srgbClr val="007DC7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5EDD9E6-B070-9569-7647-66A939BA7FFF}"/>
              </a:ext>
            </a:extLst>
          </p:cNvPr>
          <p:cNvSpPr txBox="1"/>
          <p:nvPr/>
        </p:nvSpPr>
        <p:spPr>
          <a:xfrm>
            <a:off x="13284200" y="20574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结论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9EDB84-A42F-E950-B76B-AF997B077AA4}"/>
              </a:ext>
            </a:extLst>
          </p:cNvPr>
          <p:cNvSpPr/>
          <p:nvPr/>
        </p:nvSpPr>
        <p:spPr>
          <a:xfrm>
            <a:off x="1016000" y="24638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6EB28B-B514-F60D-1647-9822D5818C26}"/>
              </a:ext>
            </a:extLst>
          </p:cNvPr>
          <p:cNvSpPr txBox="1"/>
          <p:nvPr/>
        </p:nvSpPr>
        <p:spPr>
          <a:xfrm>
            <a:off x="1092200" y="26162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9E6364-C2E0-D276-6188-8D67460EA711}"/>
              </a:ext>
            </a:extLst>
          </p:cNvPr>
          <p:cNvSpPr/>
          <p:nvPr/>
        </p:nvSpPr>
        <p:spPr>
          <a:xfrm>
            <a:off x="3048000" y="24638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54DAB7-27CB-13FA-E236-EEEBA0CFF8D7}"/>
              </a:ext>
            </a:extLst>
          </p:cNvPr>
          <p:cNvSpPr txBox="1"/>
          <p:nvPr/>
        </p:nvSpPr>
        <p:spPr>
          <a:xfrm>
            <a:off x="3124200" y="26162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E6E50F-FC83-27A3-44C5-FF7BA08B0813}"/>
              </a:ext>
            </a:extLst>
          </p:cNvPr>
          <p:cNvSpPr/>
          <p:nvPr/>
        </p:nvSpPr>
        <p:spPr>
          <a:xfrm>
            <a:off x="5080000" y="24638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1AD8274-4FA8-85E7-1A6F-D601E48BB22B}"/>
              </a:ext>
            </a:extLst>
          </p:cNvPr>
          <p:cNvSpPr txBox="1"/>
          <p:nvPr/>
        </p:nvSpPr>
        <p:spPr>
          <a:xfrm>
            <a:off x="5156200" y="26162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7DB1718-92B2-D7CF-CF58-F51C43F03382}"/>
              </a:ext>
            </a:extLst>
          </p:cNvPr>
          <p:cNvSpPr/>
          <p:nvPr/>
        </p:nvSpPr>
        <p:spPr>
          <a:xfrm>
            <a:off x="7112000" y="24638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FC45A7B-E4A8-08FA-2246-BF5A7F8056C5}"/>
              </a:ext>
            </a:extLst>
          </p:cNvPr>
          <p:cNvSpPr txBox="1"/>
          <p:nvPr/>
        </p:nvSpPr>
        <p:spPr>
          <a:xfrm>
            <a:off x="7188200" y="26162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A1CC325-AA3E-F304-D638-07587676FD32}"/>
              </a:ext>
            </a:extLst>
          </p:cNvPr>
          <p:cNvSpPr/>
          <p:nvPr/>
        </p:nvSpPr>
        <p:spPr>
          <a:xfrm>
            <a:off x="9144000" y="24638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717FACA-BBC1-EF96-4CC4-61DA25ACCB6D}"/>
              </a:ext>
            </a:extLst>
          </p:cNvPr>
          <p:cNvSpPr txBox="1"/>
          <p:nvPr/>
        </p:nvSpPr>
        <p:spPr>
          <a:xfrm>
            <a:off x="9220200" y="26162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E69B6E0-CB2B-DFE7-8612-42B6E67F562B}"/>
              </a:ext>
            </a:extLst>
          </p:cNvPr>
          <p:cNvSpPr/>
          <p:nvPr/>
        </p:nvSpPr>
        <p:spPr>
          <a:xfrm>
            <a:off x="11176000" y="24638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E6E7CF7-2EC7-181B-89F5-422916BF6F37}"/>
              </a:ext>
            </a:extLst>
          </p:cNvPr>
          <p:cNvSpPr txBox="1"/>
          <p:nvPr/>
        </p:nvSpPr>
        <p:spPr>
          <a:xfrm>
            <a:off x="11252200" y="26162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272F733-2C0C-CC65-9857-ACC50F43E756}"/>
              </a:ext>
            </a:extLst>
          </p:cNvPr>
          <p:cNvSpPr/>
          <p:nvPr/>
        </p:nvSpPr>
        <p:spPr>
          <a:xfrm>
            <a:off x="13208000" y="24638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766B576-AF0E-6EDF-4C1A-330958671FBD}"/>
              </a:ext>
            </a:extLst>
          </p:cNvPr>
          <p:cNvSpPr txBox="1"/>
          <p:nvPr/>
        </p:nvSpPr>
        <p:spPr>
          <a:xfrm>
            <a:off x="13284200" y="26162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690DD9E-CB57-DD66-EEED-29C69FB46D5B}"/>
              </a:ext>
            </a:extLst>
          </p:cNvPr>
          <p:cNvSpPr/>
          <p:nvPr/>
        </p:nvSpPr>
        <p:spPr>
          <a:xfrm>
            <a:off x="1016000" y="30226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5EE9715-9551-6B4B-11B6-3D81A5238551}"/>
              </a:ext>
            </a:extLst>
          </p:cNvPr>
          <p:cNvSpPr txBox="1"/>
          <p:nvPr/>
        </p:nvSpPr>
        <p:spPr>
          <a:xfrm>
            <a:off x="1092200" y="31750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853BAFA-5B3D-EA56-CB99-B8F356BF4153}"/>
              </a:ext>
            </a:extLst>
          </p:cNvPr>
          <p:cNvSpPr/>
          <p:nvPr/>
        </p:nvSpPr>
        <p:spPr>
          <a:xfrm>
            <a:off x="3048000" y="30226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3DA7375-72C4-7181-7F6C-9E5D60FE6377}"/>
              </a:ext>
            </a:extLst>
          </p:cNvPr>
          <p:cNvSpPr txBox="1"/>
          <p:nvPr/>
        </p:nvSpPr>
        <p:spPr>
          <a:xfrm>
            <a:off x="3124200" y="31750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30EACFB-5BFD-34F9-61CE-08ECB0BAA1DE}"/>
              </a:ext>
            </a:extLst>
          </p:cNvPr>
          <p:cNvSpPr/>
          <p:nvPr/>
        </p:nvSpPr>
        <p:spPr>
          <a:xfrm>
            <a:off x="5080000" y="30226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C4169D4-58A5-D1E5-B396-164B2F47EC82}"/>
              </a:ext>
            </a:extLst>
          </p:cNvPr>
          <p:cNvSpPr txBox="1"/>
          <p:nvPr/>
        </p:nvSpPr>
        <p:spPr>
          <a:xfrm>
            <a:off x="5156200" y="31750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A391577-2B26-E6B7-034C-7CCF092FA697}"/>
              </a:ext>
            </a:extLst>
          </p:cNvPr>
          <p:cNvSpPr/>
          <p:nvPr/>
        </p:nvSpPr>
        <p:spPr>
          <a:xfrm>
            <a:off x="7112000" y="30226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64C03DB-4706-23B2-9095-FCA7456F5F96}"/>
              </a:ext>
            </a:extLst>
          </p:cNvPr>
          <p:cNvSpPr txBox="1"/>
          <p:nvPr/>
        </p:nvSpPr>
        <p:spPr>
          <a:xfrm>
            <a:off x="7188200" y="31750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9BF7A7D-966F-81AE-F930-3D70C71A3083}"/>
              </a:ext>
            </a:extLst>
          </p:cNvPr>
          <p:cNvSpPr/>
          <p:nvPr/>
        </p:nvSpPr>
        <p:spPr>
          <a:xfrm>
            <a:off x="9144000" y="30226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1351AA6-BF29-FB05-5D9E-44C2A33CD643}"/>
              </a:ext>
            </a:extLst>
          </p:cNvPr>
          <p:cNvSpPr txBox="1"/>
          <p:nvPr/>
        </p:nvSpPr>
        <p:spPr>
          <a:xfrm>
            <a:off x="9220200" y="31750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5A9916E-34A0-D163-04AF-4C9068C8F0C3}"/>
              </a:ext>
            </a:extLst>
          </p:cNvPr>
          <p:cNvSpPr/>
          <p:nvPr/>
        </p:nvSpPr>
        <p:spPr>
          <a:xfrm>
            <a:off x="11176000" y="30226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B212394-1AF1-01C9-DAC3-0A0A94BECAFB}"/>
              </a:ext>
            </a:extLst>
          </p:cNvPr>
          <p:cNvSpPr txBox="1"/>
          <p:nvPr/>
        </p:nvSpPr>
        <p:spPr>
          <a:xfrm>
            <a:off x="11252200" y="31750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C9A548C-BC50-8BF6-7044-1AF204347886}"/>
              </a:ext>
            </a:extLst>
          </p:cNvPr>
          <p:cNvSpPr/>
          <p:nvPr/>
        </p:nvSpPr>
        <p:spPr>
          <a:xfrm>
            <a:off x="13208000" y="30226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2BCEF9A-BB61-6FD3-5689-3454345781F9}"/>
              </a:ext>
            </a:extLst>
          </p:cNvPr>
          <p:cNvSpPr txBox="1"/>
          <p:nvPr/>
        </p:nvSpPr>
        <p:spPr>
          <a:xfrm>
            <a:off x="13284200" y="31750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7B28059-DB36-2B65-C588-0BFDB869775D}"/>
              </a:ext>
            </a:extLst>
          </p:cNvPr>
          <p:cNvSpPr/>
          <p:nvPr/>
        </p:nvSpPr>
        <p:spPr>
          <a:xfrm>
            <a:off x="1016000" y="35814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F1CAB8C-DFF2-0192-E08D-E97BD5C54AAB}"/>
              </a:ext>
            </a:extLst>
          </p:cNvPr>
          <p:cNvSpPr txBox="1"/>
          <p:nvPr/>
        </p:nvSpPr>
        <p:spPr>
          <a:xfrm>
            <a:off x="1092200" y="37338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1BD916B-388A-4854-0E93-12289B563A6A}"/>
              </a:ext>
            </a:extLst>
          </p:cNvPr>
          <p:cNvSpPr/>
          <p:nvPr/>
        </p:nvSpPr>
        <p:spPr>
          <a:xfrm>
            <a:off x="3048000" y="35814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E153106-353E-8C21-E383-FF65A88A9BD6}"/>
              </a:ext>
            </a:extLst>
          </p:cNvPr>
          <p:cNvSpPr txBox="1"/>
          <p:nvPr/>
        </p:nvSpPr>
        <p:spPr>
          <a:xfrm>
            <a:off x="3124200" y="37338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39CD334-A175-BD28-828A-64E489B65939}"/>
              </a:ext>
            </a:extLst>
          </p:cNvPr>
          <p:cNvSpPr/>
          <p:nvPr/>
        </p:nvSpPr>
        <p:spPr>
          <a:xfrm>
            <a:off x="5080000" y="35814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27DBE54-3EF3-D24D-4DAC-7CBE23A3EE0E}"/>
              </a:ext>
            </a:extLst>
          </p:cNvPr>
          <p:cNvSpPr txBox="1"/>
          <p:nvPr/>
        </p:nvSpPr>
        <p:spPr>
          <a:xfrm>
            <a:off x="5156200" y="37338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6B454AC-B611-4449-BFE4-8A7793F78DF6}"/>
              </a:ext>
            </a:extLst>
          </p:cNvPr>
          <p:cNvSpPr/>
          <p:nvPr/>
        </p:nvSpPr>
        <p:spPr>
          <a:xfrm>
            <a:off x="7112000" y="35814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5BE62A5-A709-8929-D2A9-6BEBCD6F6108}"/>
              </a:ext>
            </a:extLst>
          </p:cNvPr>
          <p:cNvSpPr txBox="1"/>
          <p:nvPr/>
        </p:nvSpPr>
        <p:spPr>
          <a:xfrm>
            <a:off x="7188200" y="37338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60DD069-249D-69CC-9649-23BED344993E}"/>
              </a:ext>
            </a:extLst>
          </p:cNvPr>
          <p:cNvSpPr/>
          <p:nvPr/>
        </p:nvSpPr>
        <p:spPr>
          <a:xfrm>
            <a:off x="9144000" y="35814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E027772-D784-4318-C09C-8E3635E3C0D1}"/>
              </a:ext>
            </a:extLst>
          </p:cNvPr>
          <p:cNvSpPr txBox="1"/>
          <p:nvPr/>
        </p:nvSpPr>
        <p:spPr>
          <a:xfrm>
            <a:off x="9220200" y="37338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09316FA-27E5-A6B5-A570-7C2D4DB2249F}"/>
              </a:ext>
            </a:extLst>
          </p:cNvPr>
          <p:cNvSpPr/>
          <p:nvPr/>
        </p:nvSpPr>
        <p:spPr>
          <a:xfrm>
            <a:off x="11176000" y="35814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236AD5A-DF4A-633D-52E4-3A1FCF4ED1C6}"/>
              </a:ext>
            </a:extLst>
          </p:cNvPr>
          <p:cNvSpPr txBox="1"/>
          <p:nvPr/>
        </p:nvSpPr>
        <p:spPr>
          <a:xfrm>
            <a:off x="11252200" y="37338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85DC320-B6CD-C6C8-84AC-DAD0249C8F12}"/>
              </a:ext>
            </a:extLst>
          </p:cNvPr>
          <p:cNvSpPr/>
          <p:nvPr/>
        </p:nvSpPr>
        <p:spPr>
          <a:xfrm>
            <a:off x="13208000" y="35814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70269AD-9A3D-874A-18C6-1FF723047AC8}"/>
              </a:ext>
            </a:extLst>
          </p:cNvPr>
          <p:cNvSpPr txBox="1"/>
          <p:nvPr/>
        </p:nvSpPr>
        <p:spPr>
          <a:xfrm>
            <a:off x="13284200" y="37338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6890C0E-3787-188B-E901-1FF8E22695D7}"/>
              </a:ext>
            </a:extLst>
          </p:cNvPr>
          <p:cNvSpPr/>
          <p:nvPr/>
        </p:nvSpPr>
        <p:spPr>
          <a:xfrm>
            <a:off x="1016000" y="41402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6C4D9FF-E96C-B95C-4AC6-17EE7905BF84}"/>
              </a:ext>
            </a:extLst>
          </p:cNvPr>
          <p:cNvSpPr txBox="1"/>
          <p:nvPr/>
        </p:nvSpPr>
        <p:spPr>
          <a:xfrm>
            <a:off x="1092200" y="42926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F9B2425-077B-CCCF-22AC-1536777A4DA3}"/>
              </a:ext>
            </a:extLst>
          </p:cNvPr>
          <p:cNvSpPr/>
          <p:nvPr/>
        </p:nvSpPr>
        <p:spPr>
          <a:xfrm>
            <a:off x="3048000" y="41402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3A087E5-DCD4-AEF4-94D4-DB831B8FFDB6}"/>
              </a:ext>
            </a:extLst>
          </p:cNvPr>
          <p:cNvSpPr txBox="1"/>
          <p:nvPr/>
        </p:nvSpPr>
        <p:spPr>
          <a:xfrm>
            <a:off x="3124200" y="42926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F38D814-37D0-4273-9682-F94EE5910255}"/>
              </a:ext>
            </a:extLst>
          </p:cNvPr>
          <p:cNvSpPr/>
          <p:nvPr/>
        </p:nvSpPr>
        <p:spPr>
          <a:xfrm>
            <a:off x="5080000" y="41402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93C6C5A-CA4E-F69F-EEBA-D6080D6D97A3}"/>
              </a:ext>
            </a:extLst>
          </p:cNvPr>
          <p:cNvSpPr txBox="1"/>
          <p:nvPr/>
        </p:nvSpPr>
        <p:spPr>
          <a:xfrm>
            <a:off x="5156200" y="42926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21721B9-79E3-E1C4-C393-4A648FBCD8BC}"/>
              </a:ext>
            </a:extLst>
          </p:cNvPr>
          <p:cNvSpPr/>
          <p:nvPr/>
        </p:nvSpPr>
        <p:spPr>
          <a:xfrm>
            <a:off x="7112000" y="41402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229E82C-9FF5-8DF8-0AB8-60675EA7D17D}"/>
              </a:ext>
            </a:extLst>
          </p:cNvPr>
          <p:cNvSpPr txBox="1"/>
          <p:nvPr/>
        </p:nvSpPr>
        <p:spPr>
          <a:xfrm>
            <a:off x="7188200" y="42926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896CD2E-3D23-9EE0-F804-785BF9C8317F}"/>
              </a:ext>
            </a:extLst>
          </p:cNvPr>
          <p:cNvSpPr/>
          <p:nvPr/>
        </p:nvSpPr>
        <p:spPr>
          <a:xfrm>
            <a:off x="9144000" y="41402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B155062-CEC0-7621-D8F2-0BF9913047F9}"/>
              </a:ext>
            </a:extLst>
          </p:cNvPr>
          <p:cNvSpPr txBox="1"/>
          <p:nvPr/>
        </p:nvSpPr>
        <p:spPr>
          <a:xfrm>
            <a:off x="9220200" y="42926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BCCFE96-01BC-4804-3A52-A5D8CAF5128C}"/>
              </a:ext>
            </a:extLst>
          </p:cNvPr>
          <p:cNvSpPr/>
          <p:nvPr/>
        </p:nvSpPr>
        <p:spPr>
          <a:xfrm>
            <a:off x="11176000" y="41402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5574E20-A585-19CA-AEEC-2BB51545F640}"/>
              </a:ext>
            </a:extLst>
          </p:cNvPr>
          <p:cNvSpPr txBox="1"/>
          <p:nvPr/>
        </p:nvSpPr>
        <p:spPr>
          <a:xfrm>
            <a:off x="11252200" y="42926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9E116C1-EE33-DF1E-E7BF-38C330F6164E}"/>
              </a:ext>
            </a:extLst>
          </p:cNvPr>
          <p:cNvSpPr/>
          <p:nvPr/>
        </p:nvSpPr>
        <p:spPr>
          <a:xfrm>
            <a:off x="13208000" y="41402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E416794B-66CC-9D3E-6262-0E59E37DD492}"/>
              </a:ext>
            </a:extLst>
          </p:cNvPr>
          <p:cNvSpPr txBox="1"/>
          <p:nvPr/>
        </p:nvSpPr>
        <p:spPr>
          <a:xfrm>
            <a:off x="13284200" y="42926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067F18D-BDC8-A8ED-0E1A-200B68E40294}"/>
              </a:ext>
            </a:extLst>
          </p:cNvPr>
          <p:cNvSpPr/>
          <p:nvPr/>
        </p:nvSpPr>
        <p:spPr>
          <a:xfrm>
            <a:off x="1016000" y="46990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E5B60DD5-8EAE-2E73-47CC-845819E8C058}"/>
              </a:ext>
            </a:extLst>
          </p:cNvPr>
          <p:cNvSpPr txBox="1"/>
          <p:nvPr/>
        </p:nvSpPr>
        <p:spPr>
          <a:xfrm>
            <a:off x="1092200" y="48514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C91F87F-999B-4FAF-68B1-8436929FEE0E}"/>
              </a:ext>
            </a:extLst>
          </p:cNvPr>
          <p:cNvSpPr/>
          <p:nvPr/>
        </p:nvSpPr>
        <p:spPr>
          <a:xfrm>
            <a:off x="3048000" y="46990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8A3E35D-91E1-F1A4-2D7C-9F52887CACB9}"/>
              </a:ext>
            </a:extLst>
          </p:cNvPr>
          <p:cNvSpPr txBox="1"/>
          <p:nvPr/>
        </p:nvSpPr>
        <p:spPr>
          <a:xfrm>
            <a:off x="3124200" y="48514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99A861D-ECD9-E757-ECBF-2D5B2DB4CACD}"/>
              </a:ext>
            </a:extLst>
          </p:cNvPr>
          <p:cNvSpPr/>
          <p:nvPr/>
        </p:nvSpPr>
        <p:spPr>
          <a:xfrm>
            <a:off x="5080000" y="46990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1458AA6C-6D53-74F9-7C4C-A8747655720D}"/>
              </a:ext>
            </a:extLst>
          </p:cNvPr>
          <p:cNvSpPr txBox="1"/>
          <p:nvPr/>
        </p:nvSpPr>
        <p:spPr>
          <a:xfrm>
            <a:off x="5156200" y="48514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55BF8F5-5E80-C63D-4C4E-D7EEBE409ED3}"/>
              </a:ext>
            </a:extLst>
          </p:cNvPr>
          <p:cNvSpPr/>
          <p:nvPr/>
        </p:nvSpPr>
        <p:spPr>
          <a:xfrm>
            <a:off x="7112000" y="46990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E22387BC-19B8-646D-8F04-F1810A52E63B}"/>
              </a:ext>
            </a:extLst>
          </p:cNvPr>
          <p:cNvSpPr txBox="1"/>
          <p:nvPr/>
        </p:nvSpPr>
        <p:spPr>
          <a:xfrm>
            <a:off x="7188200" y="48514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6EF53A5-D529-EBC5-C523-6EF5FDE3EF85}"/>
              </a:ext>
            </a:extLst>
          </p:cNvPr>
          <p:cNvSpPr/>
          <p:nvPr/>
        </p:nvSpPr>
        <p:spPr>
          <a:xfrm>
            <a:off x="9144000" y="46990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31E76627-78C5-3C21-6045-688356BB5975}"/>
              </a:ext>
            </a:extLst>
          </p:cNvPr>
          <p:cNvSpPr txBox="1"/>
          <p:nvPr/>
        </p:nvSpPr>
        <p:spPr>
          <a:xfrm>
            <a:off x="9220200" y="48514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C1539CD5-26EF-C005-6099-A3AEDAC586F6}"/>
              </a:ext>
            </a:extLst>
          </p:cNvPr>
          <p:cNvSpPr/>
          <p:nvPr/>
        </p:nvSpPr>
        <p:spPr>
          <a:xfrm>
            <a:off x="11176000" y="46990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CD953A9-DF27-20A0-0063-F23C15A09D73}"/>
              </a:ext>
            </a:extLst>
          </p:cNvPr>
          <p:cNvSpPr txBox="1"/>
          <p:nvPr/>
        </p:nvSpPr>
        <p:spPr>
          <a:xfrm>
            <a:off x="11252200" y="48514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7C656979-F683-1F8D-CBE9-E8838F8A349B}"/>
              </a:ext>
            </a:extLst>
          </p:cNvPr>
          <p:cNvSpPr/>
          <p:nvPr/>
        </p:nvSpPr>
        <p:spPr>
          <a:xfrm>
            <a:off x="13208000" y="4699000"/>
            <a:ext cx="20320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DF3F39B2-8FF5-95A3-FE77-AD852A5417D4}"/>
              </a:ext>
            </a:extLst>
          </p:cNvPr>
          <p:cNvSpPr txBox="1"/>
          <p:nvPr/>
        </p:nvSpPr>
        <p:spPr>
          <a:xfrm>
            <a:off x="13284200" y="48514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392310DA-30DB-9CB5-194A-B027470E30EA}"/>
              </a:ext>
            </a:extLst>
          </p:cNvPr>
          <p:cNvSpPr/>
          <p:nvPr/>
        </p:nvSpPr>
        <p:spPr>
          <a:xfrm>
            <a:off x="1016000" y="52578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B4B1615A-14A9-335D-3314-12BC8F124E4C}"/>
              </a:ext>
            </a:extLst>
          </p:cNvPr>
          <p:cNvSpPr txBox="1"/>
          <p:nvPr/>
        </p:nvSpPr>
        <p:spPr>
          <a:xfrm>
            <a:off x="1092200" y="54102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1A1DC74-F3D7-EB92-1339-093B73794ACE}"/>
              </a:ext>
            </a:extLst>
          </p:cNvPr>
          <p:cNvSpPr/>
          <p:nvPr/>
        </p:nvSpPr>
        <p:spPr>
          <a:xfrm>
            <a:off x="3048000" y="52578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B08B4A83-B226-067C-B6B4-B61F975549F9}"/>
              </a:ext>
            </a:extLst>
          </p:cNvPr>
          <p:cNvSpPr txBox="1"/>
          <p:nvPr/>
        </p:nvSpPr>
        <p:spPr>
          <a:xfrm>
            <a:off x="3124200" y="54102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9069A2E-53CF-F7B9-5B26-373B1FB47A3B}"/>
              </a:ext>
            </a:extLst>
          </p:cNvPr>
          <p:cNvSpPr/>
          <p:nvPr/>
        </p:nvSpPr>
        <p:spPr>
          <a:xfrm>
            <a:off x="5080000" y="52578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7DED12DE-7346-4262-B4DB-50F2E66146A9}"/>
              </a:ext>
            </a:extLst>
          </p:cNvPr>
          <p:cNvSpPr txBox="1"/>
          <p:nvPr/>
        </p:nvSpPr>
        <p:spPr>
          <a:xfrm>
            <a:off x="5156200" y="54102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5BDF4625-9ED1-04EE-7920-E00D801CE18C}"/>
              </a:ext>
            </a:extLst>
          </p:cNvPr>
          <p:cNvSpPr/>
          <p:nvPr/>
        </p:nvSpPr>
        <p:spPr>
          <a:xfrm>
            <a:off x="7112000" y="52578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9DE67F4-743D-36AD-C36A-B170587C1D13}"/>
              </a:ext>
            </a:extLst>
          </p:cNvPr>
          <p:cNvSpPr txBox="1"/>
          <p:nvPr/>
        </p:nvSpPr>
        <p:spPr>
          <a:xfrm>
            <a:off x="7188200" y="54102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792D51B-E707-D66D-34D6-F12B4C53B0BB}"/>
              </a:ext>
            </a:extLst>
          </p:cNvPr>
          <p:cNvSpPr/>
          <p:nvPr/>
        </p:nvSpPr>
        <p:spPr>
          <a:xfrm>
            <a:off x="9144000" y="52578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14E9C1C-09C4-6489-EDE8-12AE2A10E071}"/>
              </a:ext>
            </a:extLst>
          </p:cNvPr>
          <p:cNvSpPr txBox="1"/>
          <p:nvPr/>
        </p:nvSpPr>
        <p:spPr>
          <a:xfrm>
            <a:off x="9220200" y="54102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4B4F40F7-90ED-9B0F-E775-A5F9BBCAF778}"/>
              </a:ext>
            </a:extLst>
          </p:cNvPr>
          <p:cNvSpPr/>
          <p:nvPr/>
        </p:nvSpPr>
        <p:spPr>
          <a:xfrm>
            <a:off x="11176000" y="52578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AE62EC-ED4C-C9CC-2650-4ECF707A3BEC}"/>
              </a:ext>
            </a:extLst>
          </p:cNvPr>
          <p:cNvSpPr txBox="1"/>
          <p:nvPr/>
        </p:nvSpPr>
        <p:spPr>
          <a:xfrm>
            <a:off x="11252200" y="54102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18C077A1-FF0D-02F3-F3F2-E861566EC581}"/>
              </a:ext>
            </a:extLst>
          </p:cNvPr>
          <p:cNvSpPr/>
          <p:nvPr/>
        </p:nvSpPr>
        <p:spPr>
          <a:xfrm>
            <a:off x="13208000" y="5257800"/>
            <a:ext cx="2032000" cy="558800"/>
          </a:xfrm>
          <a:prstGeom prst="rect">
            <a:avLst/>
          </a:prstGeom>
          <a:solidFill>
            <a:srgbClr val="F7FBFD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40C21CC6-B65B-C82F-BAD8-CDCFFA28A513}"/>
              </a:ext>
            </a:extLst>
          </p:cNvPr>
          <p:cNvSpPr txBox="1"/>
          <p:nvPr/>
        </p:nvSpPr>
        <p:spPr>
          <a:xfrm>
            <a:off x="13284200" y="5410200"/>
            <a:ext cx="1879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570840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946A8D3-7330-D52B-93CF-2B0E3524D5A5}"/>
              </a:ext>
            </a:extLst>
          </p:cNvPr>
          <p:cNvSpPr/>
          <p:nvPr/>
        </p:nvSpPr>
        <p:spPr>
          <a:xfrm>
            <a:off x="660400" y="914400"/>
            <a:ext cx="38100" cy="482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1DE8A9-96BF-58A8-E7F7-C405824117FE}"/>
              </a:ext>
            </a:extLst>
          </p:cNvPr>
          <p:cNvSpPr txBox="1"/>
          <p:nvPr/>
        </p:nvSpPr>
        <p:spPr>
          <a:xfrm>
            <a:off x="838200" y="889000"/>
            <a:ext cx="1397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时间轴页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EDE9891-EC48-6FB4-EE64-383841346CB1}"/>
              </a:ext>
            </a:extLst>
          </p:cNvPr>
          <p:cNvCxnSpPr/>
          <p:nvPr/>
        </p:nvCxnSpPr>
        <p:spPr>
          <a:xfrm>
            <a:off x="1524000" y="4318000"/>
            <a:ext cx="13208000" cy="0"/>
          </a:xfrm>
          <a:prstGeom prst="line">
            <a:avLst/>
          </a:prstGeom>
          <a:ln w="31750">
            <a:solidFill>
              <a:srgbClr val="007D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9E31F355-9950-AAC7-04A7-68614DB1D853}"/>
              </a:ext>
            </a:extLst>
          </p:cNvPr>
          <p:cNvSpPr/>
          <p:nvPr/>
        </p:nvSpPr>
        <p:spPr>
          <a:xfrm>
            <a:off x="1778000" y="4140200"/>
            <a:ext cx="355600" cy="355600"/>
          </a:xfrm>
          <a:prstGeom prst="ellipse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551421-F88E-C72B-969D-EBF867BA8B6B}"/>
              </a:ext>
            </a:extLst>
          </p:cNvPr>
          <p:cNvSpPr txBox="1"/>
          <p:nvPr/>
        </p:nvSpPr>
        <p:spPr>
          <a:xfrm>
            <a:off x="1270000" y="3429000"/>
            <a:ext cx="1397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A908A9-CA82-B468-BB13-13DBF6057DA8}"/>
              </a:ext>
            </a:extLst>
          </p:cNvPr>
          <p:cNvSpPr txBox="1"/>
          <p:nvPr/>
        </p:nvSpPr>
        <p:spPr>
          <a:xfrm>
            <a:off x="889000" y="4762500"/>
            <a:ext cx="203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节点说明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FADCCAA-5D93-55F3-4E5E-5106FED4D8A2}"/>
              </a:ext>
            </a:extLst>
          </p:cNvPr>
          <p:cNvSpPr/>
          <p:nvPr/>
        </p:nvSpPr>
        <p:spPr>
          <a:xfrm>
            <a:off x="4953000" y="4140200"/>
            <a:ext cx="355600" cy="355600"/>
          </a:xfrm>
          <a:prstGeom prst="ellipse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A60957-0D47-D77C-D651-C1F2AE6FD7C0}"/>
              </a:ext>
            </a:extLst>
          </p:cNvPr>
          <p:cNvSpPr txBox="1"/>
          <p:nvPr/>
        </p:nvSpPr>
        <p:spPr>
          <a:xfrm>
            <a:off x="4445000" y="3429000"/>
            <a:ext cx="1397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EA76B3-A1EA-FA33-15E2-08EA44C79E8C}"/>
              </a:ext>
            </a:extLst>
          </p:cNvPr>
          <p:cNvSpPr txBox="1"/>
          <p:nvPr/>
        </p:nvSpPr>
        <p:spPr>
          <a:xfrm>
            <a:off x="4064000" y="4762500"/>
            <a:ext cx="203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节点说明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8004FCC-BC53-849B-928B-9F3EB3C24ACE}"/>
              </a:ext>
            </a:extLst>
          </p:cNvPr>
          <p:cNvSpPr/>
          <p:nvPr/>
        </p:nvSpPr>
        <p:spPr>
          <a:xfrm>
            <a:off x="8128000" y="4140200"/>
            <a:ext cx="355600" cy="355600"/>
          </a:xfrm>
          <a:prstGeom prst="ellipse">
            <a:avLst/>
          </a:prstGeom>
          <a:solidFill>
            <a:srgbClr val="E46C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D81CB1-66C6-E061-2E9C-D37E1B73894A}"/>
              </a:ext>
            </a:extLst>
          </p:cNvPr>
          <p:cNvSpPr txBox="1"/>
          <p:nvPr/>
        </p:nvSpPr>
        <p:spPr>
          <a:xfrm>
            <a:off x="7620000" y="3429000"/>
            <a:ext cx="1397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E46C1A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>
                <a:solidFill>
                  <a:srgbClr val="E46C1A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C0C660-BAFF-4F71-78E2-B8A2477AF006}"/>
              </a:ext>
            </a:extLst>
          </p:cNvPr>
          <p:cNvSpPr txBox="1"/>
          <p:nvPr/>
        </p:nvSpPr>
        <p:spPr>
          <a:xfrm>
            <a:off x="7239000" y="4762500"/>
            <a:ext cx="203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节点说明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BACF4FA-0239-F6B5-329F-7DE92171F91A}"/>
              </a:ext>
            </a:extLst>
          </p:cNvPr>
          <p:cNvSpPr/>
          <p:nvPr/>
        </p:nvSpPr>
        <p:spPr>
          <a:xfrm>
            <a:off x="11303000" y="4140200"/>
            <a:ext cx="355600" cy="355600"/>
          </a:xfrm>
          <a:prstGeom prst="ellipse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4D00F4-532B-A93C-B9F0-2E80F6866EF5}"/>
              </a:ext>
            </a:extLst>
          </p:cNvPr>
          <p:cNvSpPr txBox="1"/>
          <p:nvPr/>
        </p:nvSpPr>
        <p:spPr>
          <a:xfrm>
            <a:off x="10795000" y="3429000"/>
            <a:ext cx="1397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CA87913-27BF-D04E-0BB1-AEAA8685396E}"/>
              </a:ext>
            </a:extLst>
          </p:cNvPr>
          <p:cNvSpPr txBox="1"/>
          <p:nvPr/>
        </p:nvSpPr>
        <p:spPr>
          <a:xfrm>
            <a:off x="10414000" y="4762500"/>
            <a:ext cx="203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节点说明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02AD2E1-07D8-1352-FBBC-AB7805065014}"/>
              </a:ext>
            </a:extLst>
          </p:cNvPr>
          <p:cNvSpPr/>
          <p:nvPr/>
        </p:nvSpPr>
        <p:spPr>
          <a:xfrm>
            <a:off x="14478000" y="4140200"/>
            <a:ext cx="355600" cy="355600"/>
          </a:xfrm>
          <a:prstGeom prst="ellipse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A43061C-6423-E7D4-A864-2E7E8AFB9412}"/>
              </a:ext>
            </a:extLst>
          </p:cNvPr>
          <p:cNvSpPr txBox="1"/>
          <p:nvPr/>
        </p:nvSpPr>
        <p:spPr>
          <a:xfrm>
            <a:off x="13970000" y="3429000"/>
            <a:ext cx="1397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64F9B1-5C9E-9898-C035-F7141C73C99B}"/>
              </a:ext>
            </a:extLst>
          </p:cNvPr>
          <p:cNvSpPr txBox="1"/>
          <p:nvPr/>
        </p:nvSpPr>
        <p:spPr>
          <a:xfrm>
            <a:off x="13589000" y="4762500"/>
            <a:ext cx="203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节点说明</a:t>
            </a:r>
          </a:p>
        </p:txBody>
      </p:sp>
    </p:spTree>
    <p:extLst>
      <p:ext uri="{BB962C8B-B14F-4D97-AF65-F5344CB8AC3E}">
        <p14:creationId xmlns:p14="http://schemas.microsoft.com/office/powerpoint/2010/main" val="3156801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5F2DBF-A7D0-C048-3A4D-73B0B43306DA}"/>
              </a:ext>
            </a:extLst>
          </p:cNvPr>
          <p:cNvSpPr/>
          <p:nvPr/>
        </p:nvSpPr>
        <p:spPr>
          <a:xfrm>
            <a:off x="660400" y="914400"/>
            <a:ext cx="38100" cy="482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08780D-9FC8-2CC7-8A15-A38EF042D08A}"/>
              </a:ext>
            </a:extLst>
          </p:cNvPr>
          <p:cNvSpPr txBox="1"/>
          <p:nvPr/>
        </p:nvSpPr>
        <p:spPr>
          <a:xfrm>
            <a:off x="838200" y="889000"/>
            <a:ext cx="1397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卡片网格页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B76DBE-A45E-E557-275C-440C29390D4F}"/>
              </a:ext>
            </a:extLst>
          </p:cNvPr>
          <p:cNvSpPr/>
          <p:nvPr/>
        </p:nvSpPr>
        <p:spPr>
          <a:xfrm>
            <a:off x="1079500" y="1968500"/>
            <a:ext cx="4191000" cy="1841500"/>
          </a:xfrm>
          <a:prstGeom prst="rect">
            <a:avLst/>
          </a:prstGeom>
          <a:solidFill>
            <a:srgbClr val="F3F8FC"/>
          </a:solidFill>
          <a:ln>
            <a:solidFill>
              <a:srgbClr val="E2ED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D86546-E352-677F-0763-97AAC093BBA7}"/>
              </a:ext>
            </a:extLst>
          </p:cNvPr>
          <p:cNvSpPr txBox="1"/>
          <p:nvPr/>
        </p:nvSpPr>
        <p:spPr>
          <a:xfrm>
            <a:off x="1333500" y="2197100"/>
            <a:ext cx="609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BD5A19-23F3-6D82-2468-F26863879B8C}"/>
              </a:ext>
            </a:extLst>
          </p:cNvPr>
          <p:cNvSpPr txBox="1"/>
          <p:nvPr/>
        </p:nvSpPr>
        <p:spPr>
          <a:xfrm>
            <a:off x="2070100" y="2222500"/>
            <a:ext cx="2413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卡片标题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FE33DC-D554-5CC5-4750-FD3181E1BC0E}"/>
              </a:ext>
            </a:extLst>
          </p:cNvPr>
          <p:cNvSpPr txBox="1"/>
          <p:nvPr/>
        </p:nvSpPr>
        <p:spPr>
          <a:xfrm>
            <a:off x="1358900" y="2832100"/>
            <a:ext cx="355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用于展示任务、措施、风险、验收项或系统模块。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5D3C73-CBC8-A451-C7BC-2063216738B4}"/>
              </a:ext>
            </a:extLst>
          </p:cNvPr>
          <p:cNvSpPr/>
          <p:nvPr/>
        </p:nvSpPr>
        <p:spPr>
          <a:xfrm>
            <a:off x="5905500" y="1968500"/>
            <a:ext cx="4191000" cy="1841500"/>
          </a:xfrm>
          <a:prstGeom prst="rect">
            <a:avLst/>
          </a:prstGeom>
          <a:solidFill>
            <a:srgbClr val="F3F8FC"/>
          </a:solidFill>
          <a:ln>
            <a:solidFill>
              <a:srgbClr val="E2ED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D4C4FA-B55B-5317-434B-6A2C3388C0D5}"/>
              </a:ext>
            </a:extLst>
          </p:cNvPr>
          <p:cNvSpPr txBox="1"/>
          <p:nvPr/>
        </p:nvSpPr>
        <p:spPr>
          <a:xfrm>
            <a:off x="6159500" y="2197100"/>
            <a:ext cx="609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EC8140-3239-8F57-7A84-71F55D8AC63B}"/>
              </a:ext>
            </a:extLst>
          </p:cNvPr>
          <p:cNvSpPr txBox="1"/>
          <p:nvPr/>
        </p:nvSpPr>
        <p:spPr>
          <a:xfrm>
            <a:off x="6896100" y="2222500"/>
            <a:ext cx="2413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卡片标题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FF2A17-C3B0-9867-493D-2971BA16EEB4}"/>
              </a:ext>
            </a:extLst>
          </p:cNvPr>
          <p:cNvSpPr txBox="1"/>
          <p:nvPr/>
        </p:nvSpPr>
        <p:spPr>
          <a:xfrm>
            <a:off x="6184900" y="2832100"/>
            <a:ext cx="355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用于展示任务、措施、风险、验收项或系统模块。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7C9A73-A4A0-B149-8092-8C160D12AB7E}"/>
              </a:ext>
            </a:extLst>
          </p:cNvPr>
          <p:cNvSpPr/>
          <p:nvPr/>
        </p:nvSpPr>
        <p:spPr>
          <a:xfrm>
            <a:off x="10731500" y="1968500"/>
            <a:ext cx="4191000" cy="1841500"/>
          </a:xfrm>
          <a:prstGeom prst="rect">
            <a:avLst/>
          </a:prstGeom>
          <a:solidFill>
            <a:srgbClr val="F3F8FC"/>
          </a:solidFill>
          <a:ln>
            <a:solidFill>
              <a:srgbClr val="E2ED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6B4FA4-715B-B1F7-51F5-65381F197D4E}"/>
              </a:ext>
            </a:extLst>
          </p:cNvPr>
          <p:cNvSpPr txBox="1"/>
          <p:nvPr/>
        </p:nvSpPr>
        <p:spPr>
          <a:xfrm>
            <a:off x="10985500" y="2197100"/>
            <a:ext cx="609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6BC49F7-6B2F-8750-08CE-EE50DF7177A1}"/>
              </a:ext>
            </a:extLst>
          </p:cNvPr>
          <p:cNvSpPr txBox="1"/>
          <p:nvPr/>
        </p:nvSpPr>
        <p:spPr>
          <a:xfrm>
            <a:off x="11722100" y="2222500"/>
            <a:ext cx="2413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卡片标题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741EF9-9FA2-0D98-61B5-5423A8993ADD}"/>
              </a:ext>
            </a:extLst>
          </p:cNvPr>
          <p:cNvSpPr txBox="1"/>
          <p:nvPr/>
        </p:nvSpPr>
        <p:spPr>
          <a:xfrm>
            <a:off x="11010900" y="2832100"/>
            <a:ext cx="355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用于展示任务、措施、风险、验收项或系统模块。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7A4397C-9E5C-52BD-9377-4E803E8F04F4}"/>
              </a:ext>
            </a:extLst>
          </p:cNvPr>
          <p:cNvSpPr/>
          <p:nvPr/>
        </p:nvSpPr>
        <p:spPr>
          <a:xfrm>
            <a:off x="1079500" y="4381500"/>
            <a:ext cx="4191000" cy="1841500"/>
          </a:xfrm>
          <a:prstGeom prst="rect">
            <a:avLst/>
          </a:prstGeom>
          <a:solidFill>
            <a:srgbClr val="F3F8FC"/>
          </a:solidFill>
          <a:ln>
            <a:solidFill>
              <a:srgbClr val="E2ED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AC9167A-8716-8904-C7B5-8F6802D3A0A2}"/>
              </a:ext>
            </a:extLst>
          </p:cNvPr>
          <p:cNvSpPr txBox="1"/>
          <p:nvPr/>
        </p:nvSpPr>
        <p:spPr>
          <a:xfrm>
            <a:off x="1333500" y="4610100"/>
            <a:ext cx="609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2088B0-76B7-7FAD-2942-F25161B19FFD}"/>
              </a:ext>
            </a:extLst>
          </p:cNvPr>
          <p:cNvSpPr txBox="1"/>
          <p:nvPr/>
        </p:nvSpPr>
        <p:spPr>
          <a:xfrm>
            <a:off x="2070100" y="4635500"/>
            <a:ext cx="2413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卡片标题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C12D3FB-B6B1-2A5D-9D53-501575A0C612}"/>
              </a:ext>
            </a:extLst>
          </p:cNvPr>
          <p:cNvSpPr txBox="1"/>
          <p:nvPr/>
        </p:nvSpPr>
        <p:spPr>
          <a:xfrm>
            <a:off x="1358900" y="5245100"/>
            <a:ext cx="355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用于展示任务、措施、风险、验收项或系统模块。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26B2B9-AF09-E492-C430-25D81FF0BFEC}"/>
              </a:ext>
            </a:extLst>
          </p:cNvPr>
          <p:cNvSpPr/>
          <p:nvPr/>
        </p:nvSpPr>
        <p:spPr>
          <a:xfrm>
            <a:off x="5905500" y="4381500"/>
            <a:ext cx="4191000" cy="1841500"/>
          </a:xfrm>
          <a:prstGeom prst="rect">
            <a:avLst/>
          </a:prstGeom>
          <a:solidFill>
            <a:srgbClr val="F3F8FC"/>
          </a:solidFill>
          <a:ln>
            <a:solidFill>
              <a:srgbClr val="E2ED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FE35973-0B76-3FA5-0B68-2ECAEA7D0D2D}"/>
              </a:ext>
            </a:extLst>
          </p:cNvPr>
          <p:cNvSpPr txBox="1"/>
          <p:nvPr/>
        </p:nvSpPr>
        <p:spPr>
          <a:xfrm>
            <a:off x="6159500" y="4610100"/>
            <a:ext cx="609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1989584-830F-B370-7E38-A4ED49806708}"/>
              </a:ext>
            </a:extLst>
          </p:cNvPr>
          <p:cNvSpPr txBox="1"/>
          <p:nvPr/>
        </p:nvSpPr>
        <p:spPr>
          <a:xfrm>
            <a:off x="6896100" y="4635500"/>
            <a:ext cx="2413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卡片标题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585B0F9-46D3-E783-7A2D-4AB1D39A860A}"/>
              </a:ext>
            </a:extLst>
          </p:cNvPr>
          <p:cNvSpPr txBox="1"/>
          <p:nvPr/>
        </p:nvSpPr>
        <p:spPr>
          <a:xfrm>
            <a:off x="6184900" y="5245100"/>
            <a:ext cx="355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用于展示任务、措施、风险、验收项或系统模块。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AA9113-1438-1F0C-820E-47B5AE2C327A}"/>
              </a:ext>
            </a:extLst>
          </p:cNvPr>
          <p:cNvSpPr/>
          <p:nvPr/>
        </p:nvSpPr>
        <p:spPr>
          <a:xfrm>
            <a:off x="10731500" y="4381500"/>
            <a:ext cx="4191000" cy="1841500"/>
          </a:xfrm>
          <a:prstGeom prst="rect">
            <a:avLst/>
          </a:prstGeom>
          <a:solidFill>
            <a:srgbClr val="F3F8FC"/>
          </a:solidFill>
          <a:ln>
            <a:solidFill>
              <a:srgbClr val="E2ED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1CE540A-67BD-BE99-1D29-D56799DF8917}"/>
              </a:ext>
            </a:extLst>
          </p:cNvPr>
          <p:cNvSpPr txBox="1"/>
          <p:nvPr/>
        </p:nvSpPr>
        <p:spPr>
          <a:xfrm>
            <a:off x="10985500" y="4610100"/>
            <a:ext cx="609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79BAF7F-1C64-34B4-605A-CA569C134615}"/>
              </a:ext>
            </a:extLst>
          </p:cNvPr>
          <p:cNvSpPr txBox="1"/>
          <p:nvPr/>
        </p:nvSpPr>
        <p:spPr>
          <a:xfrm>
            <a:off x="11722100" y="4635500"/>
            <a:ext cx="2413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卡片标题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394674E-83B2-0797-DAB8-881BED691748}"/>
              </a:ext>
            </a:extLst>
          </p:cNvPr>
          <p:cNvSpPr txBox="1"/>
          <p:nvPr/>
        </p:nvSpPr>
        <p:spPr>
          <a:xfrm>
            <a:off x="11010900" y="5245100"/>
            <a:ext cx="355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用于展示任务、措施、风险、验收项或系统模块。</a:t>
            </a:r>
          </a:p>
        </p:txBody>
      </p:sp>
    </p:spTree>
    <p:extLst>
      <p:ext uri="{BB962C8B-B14F-4D97-AF65-F5344CB8AC3E}">
        <p14:creationId xmlns:p14="http://schemas.microsoft.com/office/powerpoint/2010/main" val="2784400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99C8167-A88B-88CB-1AFB-225836F6D059}"/>
              </a:ext>
            </a:extLst>
          </p:cNvPr>
          <p:cNvSpPr/>
          <p:nvPr/>
        </p:nvSpPr>
        <p:spPr>
          <a:xfrm>
            <a:off x="660400" y="914400"/>
            <a:ext cx="38100" cy="482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86E3D0-74FE-93DA-5125-F03288F9A216}"/>
              </a:ext>
            </a:extLst>
          </p:cNvPr>
          <p:cNvSpPr txBox="1"/>
          <p:nvPr/>
        </p:nvSpPr>
        <p:spPr>
          <a:xfrm>
            <a:off x="838200" y="889000"/>
            <a:ext cx="1397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图片展示页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B85BF2-F4C0-07D9-B0B2-FD9B4E218C52}"/>
              </a:ext>
            </a:extLst>
          </p:cNvPr>
          <p:cNvSpPr/>
          <p:nvPr/>
        </p:nvSpPr>
        <p:spPr>
          <a:xfrm>
            <a:off x="1143000" y="1905000"/>
            <a:ext cx="6350000" cy="2032000"/>
          </a:xfrm>
          <a:prstGeom prst="rect">
            <a:avLst/>
          </a:prstGeom>
          <a:solidFill>
            <a:srgbClr val="E6EEF4"/>
          </a:solidFill>
          <a:ln>
            <a:solidFill>
              <a:srgbClr val="C7D7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CA6EE9-336D-F522-7FC8-A89699EA521D}"/>
              </a:ext>
            </a:extLst>
          </p:cNvPr>
          <p:cNvSpPr txBox="1"/>
          <p:nvPr/>
        </p:nvSpPr>
        <p:spPr>
          <a:xfrm>
            <a:off x="2921000" y="2641600"/>
            <a:ext cx="279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图片 </a:t>
            </a:r>
            <a:r>
              <a:rPr lang="en-US" altLang="zh-CN" sz="16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6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系统截图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2F5635-A0E6-96EC-538E-B59E2D257501}"/>
              </a:ext>
            </a:extLst>
          </p:cNvPr>
          <p:cNvSpPr/>
          <p:nvPr/>
        </p:nvSpPr>
        <p:spPr>
          <a:xfrm>
            <a:off x="1143000" y="3937000"/>
            <a:ext cx="6350000" cy="355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D6ABF-E197-A5A4-74AA-2FB0BDCBC1B1}"/>
              </a:ext>
            </a:extLst>
          </p:cNvPr>
          <p:cNvSpPr txBox="1"/>
          <p:nvPr/>
        </p:nvSpPr>
        <p:spPr>
          <a:xfrm>
            <a:off x="1206500" y="3987800"/>
            <a:ext cx="622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图片说明文字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8BA93C-CF9E-DA18-5F7E-3542C76AF862}"/>
              </a:ext>
            </a:extLst>
          </p:cNvPr>
          <p:cNvSpPr/>
          <p:nvPr/>
        </p:nvSpPr>
        <p:spPr>
          <a:xfrm>
            <a:off x="8255000" y="1905000"/>
            <a:ext cx="6350000" cy="2032000"/>
          </a:xfrm>
          <a:prstGeom prst="rect">
            <a:avLst/>
          </a:prstGeom>
          <a:solidFill>
            <a:srgbClr val="E6EEF4"/>
          </a:solidFill>
          <a:ln>
            <a:solidFill>
              <a:srgbClr val="C7D7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982B93-78C9-D727-99D0-E57AB8AA8074}"/>
              </a:ext>
            </a:extLst>
          </p:cNvPr>
          <p:cNvSpPr txBox="1"/>
          <p:nvPr/>
        </p:nvSpPr>
        <p:spPr>
          <a:xfrm>
            <a:off x="10033000" y="2641600"/>
            <a:ext cx="279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图片 </a:t>
            </a:r>
            <a:r>
              <a:rPr lang="en-US" altLang="zh-CN" sz="16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6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系统截图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45DD34-FF2A-A43F-B9FE-455A5CA533A2}"/>
              </a:ext>
            </a:extLst>
          </p:cNvPr>
          <p:cNvSpPr/>
          <p:nvPr/>
        </p:nvSpPr>
        <p:spPr>
          <a:xfrm>
            <a:off x="8255000" y="3937000"/>
            <a:ext cx="6350000" cy="355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50251A-C224-14CE-CA69-7BA5AC22FB5D}"/>
              </a:ext>
            </a:extLst>
          </p:cNvPr>
          <p:cNvSpPr txBox="1"/>
          <p:nvPr/>
        </p:nvSpPr>
        <p:spPr>
          <a:xfrm>
            <a:off x="8318500" y="3987800"/>
            <a:ext cx="622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图片说明文字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E4EB0D-58FC-1CA5-B435-9781128B52AE}"/>
              </a:ext>
            </a:extLst>
          </p:cNvPr>
          <p:cNvSpPr/>
          <p:nvPr/>
        </p:nvSpPr>
        <p:spPr>
          <a:xfrm>
            <a:off x="1143000" y="4699000"/>
            <a:ext cx="6350000" cy="2032000"/>
          </a:xfrm>
          <a:prstGeom prst="rect">
            <a:avLst/>
          </a:prstGeom>
          <a:solidFill>
            <a:srgbClr val="E6EEF4"/>
          </a:solidFill>
          <a:ln>
            <a:solidFill>
              <a:srgbClr val="C7D7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812AAF-2DF1-96A1-AD44-6239BA2AAF36}"/>
              </a:ext>
            </a:extLst>
          </p:cNvPr>
          <p:cNvSpPr txBox="1"/>
          <p:nvPr/>
        </p:nvSpPr>
        <p:spPr>
          <a:xfrm>
            <a:off x="2921000" y="5435600"/>
            <a:ext cx="279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图片 </a:t>
            </a:r>
            <a:r>
              <a:rPr lang="en-US" altLang="zh-CN" sz="1600" b="1" dirty="0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600" b="1" dirty="0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系统截图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8767BE-70CA-D0CD-D315-66F8CD2D6894}"/>
              </a:ext>
            </a:extLst>
          </p:cNvPr>
          <p:cNvSpPr/>
          <p:nvPr/>
        </p:nvSpPr>
        <p:spPr>
          <a:xfrm>
            <a:off x="1143000" y="6731000"/>
            <a:ext cx="6350000" cy="355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93C1D97-E834-B41D-E5E4-8D1B90695248}"/>
              </a:ext>
            </a:extLst>
          </p:cNvPr>
          <p:cNvSpPr txBox="1"/>
          <p:nvPr/>
        </p:nvSpPr>
        <p:spPr>
          <a:xfrm>
            <a:off x="1206500" y="6781800"/>
            <a:ext cx="622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图片说明文字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B10D87-2256-F39B-D440-ED449CCFCB3B}"/>
              </a:ext>
            </a:extLst>
          </p:cNvPr>
          <p:cNvSpPr/>
          <p:nvPr/>
        </p:nvSpPr>
        <p:spPr>
          <a:xfrm>
            <a:off x="8255000" y="4699000"/>
            <a:ext cx="6350000" cy="2032000"/>
          </a:xfrm>
          <a:prstGeom prst="rect">
            <a:avLst/>
          </a:prstGeom>
          <a:solidFill>
            <a:srgbClr val="E6EEF4"/>
          </a:solidFill>
          <a:ln>
            <a:solidFill>
              <a:srgbClr val="C7D7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612EA67-9CA5-617A-81EA-A8C2D8D801A4}"/>
              </a:ext>
            </a:extLst>
          </p:cNvPr>
          <p:cNvSpPr txBox="1"/>
          <p:nvPr/>
        </p:nvSpPr>
        <p:spPr>
          <a:xfrm>
            <a:off x="10033000" y="5435600"/>
            <a:ext cx="279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图片 </a:t>
            </a:r>
            <a:r>
              <a:rPr lang="en-US" altLang="zh-CN" sz="16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6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系统截图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74DAEB-3A40-1C47-D9D1-03A1AD50FD28}"/>
              </a:ext>
            </a:extLst>
          </p:cNvPr>
          <p:cNvSpPr/>
          <p:nvPr/>
        </p:nvSpPr>
        <p:spPr>
          <a:xfrm>
            <a:off x="8255000" y="6731000"/>
            <a:ext cx="6350000" cy="355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E8AF445-244B-D317-BB9F-FCCD8815B5C9}"/>
              </a:ext>
            </a:extLst>
          </p:cNvPr>
          <p:cNvSpPr txBox="1"/>
          <p:nvPr/>
        </p:nvSpPr>
        <p:spPr>
          <a:xfrm>
            <a:off x="8318500" y="6781800"/>
            <a:ext cx="622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图片说明文字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7E5454F-01E7-B601-4119-33833871F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23533"/>
            <a:ext cx="6350000" cy="201346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790BA93-3C9E-995C-0772-B1C79885A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675087"/>
            <a:ext cx="6350000" cy="2055913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E2C62C80-CC58-D85B-11CB-2B65B8C6B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0" y="4708266"/>
            <a:ext cx="6350000" cy="201346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B5B9787-91E1-42A6-1BC1-90AE91DD9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0" y="1932799"/>
            <a:ext cx="6350000" cy="201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423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94107D-E351-F9AE-AC19-CF7E117B33C8}"/>
              </a:ext>
            </a:extLst>
          </p:cNvPr>
          <p:cNvSpPr/>
          <p:nvPr/>
        </p:nvSpPr>
        <p:spPr>
          <a:xfrm>
            <a:off x="660400" y="914400"/>
            <a:ext cx="38100" cy="482600"/>
          </a:xfrm>
          <a:prstGeom prst="rect">
            <a:avLst/>
          </a:prstGeom>
          <a:solidFill>
            <a:srgbClr val="007D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C4720B-52BC-AD75-EB81-41399DF6DB6F}"/>
              </a:ext>
            </a:extLst>
          </p:cNvPr>
          <p:cNvSpPr txBox="1"/>
          <p:nvPr/>
        </p:nvSpPr>
        <p:spPr>
          <a:xfrm>
            <a:off x="838200" y="889000"/>
            <a:ext cx="1397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流程步骤页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90140A-71C9-3932-6DF7-B816AACF2239}"/>
              </a:ext>
            </a:extLst>
          </p:cNvPr>
          <p:cNvSpPr/>
          <p:nvPr/>
        </p:nvSpPr>
        <p:spPr>
          <a:xfrm>
            <a:off x="1460500" y="2921000"/>
            <a:ext cx="2286000" cy="1397000"/>
          </a:xfrm>
          <a:prstGeom prst="rect">
            <a:avLst/>
          </a:prstGeom>
          <a:solidFill>
            <a:srgbClr val="F3F8FC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289E97-5DF4-0A71-B014-93BED5EF9E0D}"/>
              </a:ext>
            </a:extLst>
          </p:cNvPr>
          <p:cNvSpPr txBox="1"/>
          <p:nvPr/>
        </p:nvSpPr>
        <p:spPr>
          <a:xfrm>
            <a:off x="2159000" y="3149600"/>
            <a:ext cx="88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2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1D127B-9084-B0D8-AB6E-2042C16BD385}"/>
              </a:ext>
            </a:extLst>
          </p:cNvPr>
          <p:cNvSpPr txBox="1"/>
          <p:nvPr/>
        </p:nvSpPr>
        <p:spPr>
          <a:xfrm>
            <a:off x="1905000" y="3733800"/>
            <a:ext cx="139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自检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C0F50F5-ACA0-5101-C44D-7153947E585B}"/>
              </a:ext>
            </a:extLst>
          </p:cNvPr>
          <p:cNvCxnSpPr/>
          <p:nvPr/>
        </p:nvCxnSpPr>
        <p:spPr>
          <a:xfrm>
            <a:off x="3937000" y="3619500"/>
            <a:ext cx="889000" cy="0"/>
          </a:xfrm>
          <a:prstGeom prst="line">
            <a:avLst/>
          </a:prstGeom>
          <a:ln w="25400">
            <a:solidFill>
              <a:srgbClr val="E46C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748399B6-AFCD-0445-4ADA-6CB1113187BA}"/>
              </a:ext>
            </a:extLst>
          </p:cNvPr>
          <p:cNvSpPr/>
          <p:nvPr/>
        </p:nvSpPr>
        <p:spPr>
          <a:xfrm>
            <a:off x="5080000" y="2921000"/>
            <a:ext cx="2286000" cy="1397000"/>
          </a:xfrm>
          <a:prstGeom prst="rect">
            <a:avLst/>
          </a:prstGeom>
          <a:solidFill>
            <a:srgbClr val="F3F8FC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676B97-4718-0D88-00D9-C7C0C9FA49DD}"/>
              </a:ext>
            </a:extLst>
          </p:cNvPr>
          <p:cNvSpPr txBox="1"/>
          <p:nvPr/>
        </p:nvSpPr>
        <p:spPr>
          <a:xfrm>
            <a:off x="5778500" y="3149600"/>
            <a:ext cx="88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2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D8EB2F-3BAC-648B-EB90-F6003B101DCF}"/>
              </a:ext>
            </a:extLst>
          </p:cNvPr>
          <p:cNvSpPr txBox="1"/>
          <p:nvPr/>
        </p:nvSpPr>
        <p:spPr>
          <a:xfrm>
            <a:off x="5524500" y="3733800"/>
            <a:ext cx="139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整改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09E25AC-3889-56A4-6170-6397EC2C92A9}"/>
              </a:ext>
            </a:extLst>
          </p:cNvPr>
          <p:cNvCxnSpPr/>
          <p:nvPr/>
        </p:nvCxnSpPr>
        <p:spPr>
          <a:xfrm>
            <a:off x="7556500" y="3619500"/>
            <a:ext cx="889000" cy="0"/>
          </a:xfrm>
          <a:prstGeom prst="line">
            <a:avLst/>
          </a:prstGeom>
          <a:ln w="25400">
            <a:solidFill>
              <a:srgbClr val="E46C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50BBBC73-3E9C-B0FE-D063-A60814496D4E}"/>
              </a:ext>
            </a:extLst>
          </p:cNvPr>
          <p:cNvSpPr/>
          <p:nvPr/>
        </p:nvSpPr>
        <p:spPr>
          <a:xfrm>
            <a:off x="8699500" y="2921000"/>
            <a:ext cx="2286000" cy="1397000"/>
          </a:xfrm>
          <a:prstGeom prst="rect">
            <a:avLst/>
          </a:prstGeom>
          <a:solidFill>
            <a:srgbClr val="F3F8FC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82D79C-4AD6-201F-DC11-1B7F81138122}"/>
              </a:ext>
            </a:extLst>
          </p:cNvPr>
          <p:cNvSpPr txBox="1"/>
          <p:nvPr/>
        </p:nvSpPr>
        <p:spPr>
          <a:xfrm>
            <a:off x="9398000" y="3149600"/>
            <a:ext cx="88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2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9271907-4B2B-8AE5-B5BF-13BC86CF983D}"/>
              </a:ext>
            </a:extLst>
          </p:cNvPr>
          <p:cNvSpPr txBox="1"/>
          <p:nvPr/>
        </p:nvSpPr>
        <p:spPr>
          <a:xfrm>
            <a:off x="9144000" y="3733800"/>
            <a:ext cx="139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验收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211B1A2-069A-4119-5992-86840A91C195}"/>
              </a:ext>
            </a:extLst>
          </p:cNvPr>
          <p:cNvCxnSpPr/>
          <p:nvPr/>
        </p:nvCxnSpPr>
        <p:spPr>
          <a:xfrm>
            <a:off x="11176000" y="3619500"/>
            <a:ext cx="889000" cy="0"/>
          </a:xfrm>
          <a:prstGeom prst="line">
            <a:avLst/>
          </a:prstGeom>
          <a:ln w="25400">
            <a:solidFill>
              <a:srgbClr val="E46C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8B9AC4A-0ABB-55C4-667E-42E182DEFA5E}"/>
              </a:ext>
            </a:extLst>
          </p:cNvPr>
          <p:cNvSpPr/>
          <p:nvPr/>
        </p:nvSpPr>
        <p:spPr>
          <a:xfrm>
            <a:off x="12319000" y="2921000"/>
            <a:ext cx="2286000" cy="1397000"/>
          </a:xfrm>
          <a:prstGeom prst="rect">
            <a:avLst/>
          </a:prstGeom>
          <a:solidFill>
            <a:srgbClr val="F3F8FC"/>
          </a:solidFill>
          <a:ln>
            <a:solidFill>
              <a:srgbClr val="D9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AFC79A-9F16-E6E4-5390-747A0AE8F526}"/>
              </a:ext>
            </a:extLst>
          </p:cNvPr>
          <p:cNvSpPr txBox="1"/>
          <p:nvPr/>
        </p:nvSpPr>
        <p:spPr>
          <a:xfrm>
            <a:off x="13017500" y="3149600"/>
            <a:ext cx="88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200" b="1">
              <a:solidFill>
                <a:srgbClr val="007DC7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7D8C25D-AD59-2B52-5A25-3EF47FE73228}"/>
              </a:ext>
            </a:extLst>
          </p:cNvPr>
          <p:cNvSpPr txBox="1"/>
          <p:nvPr/>
        </p:nvSpPr>
        <p:spPr>
          <a:xfrm>
            <a:off x="12763500" y="3733800"/>
            <a:ext cx="139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闭环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AE0F7B7-1D4D-2CCC-08A8-BEF972959617}"/>
              </a:ext>
            </a:extLst>
          </p:cNvPr>
          <p:cNvSpPr txBox="1"/>
          <p:nvPr/>
        </p:nvSpPr>
        <p:spPr>
          <a:xfrm>
            <a:off x="2921000" y="5461000"/>
            <a:ext cx="1041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流程说明区：补充每个阶段的责任、时间、交付物。</a:t>
            </a:r>
          </a:p>
        </p:txBody>
      </p:sp>
    </p:spTree>
    <p:extLst>
      <p:ext uri="{BB962C8B-B14F-4D97-AF65-F5344CB8AC3E}">
        <p14:creationId xmlns:p14="http://schemas.microsoft.com/office/powerpoint/2010/main" val="2358791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C9708B2-1257-88ED-3E40-51041C2E0056}"/>
              </a:ext>
            </a:extLst>
          </p:cNvPr>
          <p:cNvSpPr txBox="1"/>
          <p:nvPr/>
        </p:nvSpPr>
        <p:spPr>
          <a:xfrm>
            <a:off x="0" y="3238500"/>
            <a:ext cx="16256000" cy="8309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5400" b="1">
                <a:solidFill>
                  <a:srgbClr val="007DC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感谢聆听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77B8AD-B097-56C7-A7E8-0AE62B0B9F3B}"/>
              </a:ext>
            </a:extLst>
          </p:cNvPr>
          <p:cNvSpPr txBox="1"/>
          <p:nvPr/>
        </p:nvSpPr>
        <p:spPr>
          <a:xfrm>
            <a:off x="0" y="4318000"/>
            <a:ext cx="1625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2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总结观点 </a:t>
            </a:r>
            <a:r>
              <a:rPr lang="en-US" altLang="zh-CN" sz="2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下一步计划 </a:t>
            </a:r>
            <a:r>
              <a:rPr lang="en-US" altLang="zh-CN" sz="2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200">
                <a:solidFill>
                  <a:srgbClr val="333333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联系方式</a:t>
            </a:r>
          </a:p>
        </p:txBody>
      </p:sp>
    </p:spTree>
    <p:extLst>
      <p:ext uri="{BB962C8B-B14F-4D97-AF65-F5344CB8AC3E}">
        <p14:creationId xmlns:p14="http://schemas.microsoft.com/office/powerpoint/2010/main" val="25157030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738</Words>
  <Application>Microsoft Office PowerPoint</Application>
  <PresentationFormat>自定义</PresentationFormat>
  <Paragraphs>146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微软雅黑</vt:lpstr>
      <vt:lpstr>Calibri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新投产煤电项目汇报材料</dc:title>
  <dc:subject>新投产煤电项目汇报材料</dc:subject>
  <dc:creator>Kimi</dc:creator>
  <cp:lastModifiedBy>Mc Swan</cp:lastModifiedBy>
  <cp:revision>32</cp:revision>
  <dcterms:created xsi:type="dcterms:W3CDTF">2026-06-10T03:01:00Z</dcterms:created>
  <dcterms:modified xsi:type="dcterms:W3CDTF">2026-07-10T01:38:01Z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{"Label":"新投产煤电项目汇报材料","ContentProducer":"001191110108MACG2KBH8F10000","ProduceID":"19eaf7a0-3b82-8944-8000-00008fff9a6a","ReservedCode1":"","ContentPropagator":"001191110108MACG2KBH8F20000","PropagateID":"19eaf7a0-3b82-8944-8000-00008fff9a6a","ReservedCo</vt:lpwstr>
  </property>
  <property fmtid="{D5CDD505-2E9C-101B-9397-08002B2CF9AE}" pid="3" name="ICV">
    <vt:lpwstr>4CD534B50BEA4A998B592F1DCC11F50C_13</vt:lpwstr>
  </property>
  <property fmtid="{D5CDD505-2E9C-101B-9397-08002B2CF9AE}" pid="4" name="KSOProductBuildVer">
    <vt:lpwstr>2052-12.1.0.26884</vt:lpwstr>
  </property>
</Properties>
</file>